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3"/>
  </p:notesMasterIdLst>
  <p:handoutMasterIdLst>
    <p:handoutMasterId r:id="rId14"/>
  </p:handout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572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5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 autoAdjust="0"/>
    <p:restoredTop sz="94658"/>
  </p:normalViewPr>
  <p:slideViewPr>
    <p:cSldViewPr snapToGrid="0">
      <p:cViewPr varScale="1">
        <p:scale>
          <a:sx n="80" d="100"/>
          <a:sy n="80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versionar dados e modelos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Reprodutibilidade, auditoria e rollback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o Git não basta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Arquivos de dados grandes e binários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e DVC como solução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Treveil, M. et al. (2020). Introducing MLOps.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ENTENDENDO O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Versionar não é burocracia — é o que permite confiar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nos resultados de um experimento.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Reprodutibilidade, auditoria, colaboração e rollback dependem disso.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Git é ótimo para código, mas projetos de ML têm mais: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Arquivos de dados de gigabytes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Modelos binários sem diff legível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Experimentos com parâmetros e métricas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Treveil, M. et al. (2020). Introducing MLOps. O'Reilly.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POR QUE VERSIONAR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DADOS E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O MODELO DE 0,89 SIMPLESMENTE EVAPOROU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Sem versionar dados, código e parâmetros juntos,</a:t>
            </a:r>
          </a:p>
          <a:p>
            <a:r>
              <a:rPr sz="2800" b="0">
                <a:latin typeface="Roboto Light"/>
              </a:rPr>
              <a:t>reproduzir um resultado de três meses atrás pode ser impossível.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cenário comum em equipes de ML sem MLOps maduro.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GIT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Versiona código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Ótimo para arquivos de texto pequenos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Engasga com datasets de gigabytes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MLFLOW +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MLflow versiona experimentos e modelos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DVC versiona dados grandes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Ambos trabalham junto com o Git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MLflow Documentation; DVC Documentation.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GIT VS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MLFLOW + DVC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02
MLFLOW NA PRÁTICA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Tracking — parâmetros e métricas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Artefatos e comparação de execuções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Model Registry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Aliases: @champion e @challenger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Promovendo modelos com segurança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MLflow Documentation. https://mlflow.org/docs/latest/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02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MLFLOW NA PRÁTICA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execução (run) registra: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Parâmetros — os hiperparâmetros usados no treino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Métricas — F1, acurácia, RMSE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Artefatos — o modelo, gráficos, datasets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Tags e metadados — autor, versão dos dados, data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mlflow.log_metric("f1_score", 0.89)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— nunca mais um modelo evapora.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MLFLOW TRACKING: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 QUE É REGISTRADO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Aliases: @challenger → @champion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Fluxo típico de promoção: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Experimento promissor vira nova versão registrada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Recebe o alias @challenger para validação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Após aprovação, o alias @champion é movido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Rollback: mover @champion para a versão anterior.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MLflow Documentation — Model Registry.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MODEL REGISTRY: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CICLO DE VIDA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DEZENAS DE MILHARES DE ORGANIZAÇÕES USAM O MLFLOW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A Databricks reporta milhões de downloads por mês — o</a:t>
            </a:r>
          </a:p>
          <a:p>
            <a:r>
              <a:rPr sz="2800" b="0">
                <a:latin typeface="Roboto Light"/>
              </a:rPr>
              <a:t>MLflow se tornou o padrão de fato para experiment tracking.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Databricks — dados de adoção do MLflow.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03
DVC PARA DADOS E PIPELINES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Versionamento de Dados e Modelos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MLflow e DVC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DVC — o "Git para dados"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Ponteiros .dvc e armazenamento remoto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Pipelines reprodutíveis com dvc.yaml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fluxo integrado Git + DVC + MLflow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GitHub — DVC no CI e no PR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DVC Documentation. https://dvc.org/doc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03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DVC PARA DADOS E PIPELINES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SEM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Dataset gigante direto no Git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Repositório incha e fica lento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Sem controle de qual versão foi usada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COM DVC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Git guarda só o ponteiro .dvc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Os dados ficam no armazenamento remoto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dvc pull baixa a versão exata dos dados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DVC Documentation. https://dvc.org/doc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SEM DVC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VS COM DVC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ferramenta cuida de uma dimensão: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Git versiona código — scripts e configurações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DVC versiona dados — datasets e pipelines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MLflow versiona experimentos — parâmetros e modelos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Reproduzir um resultado de meses atrás =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checkout + dvc pull + dvc repro.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O FLUXO INTEGRADO: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GIT + DVC + MLFLOW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GITHUB: PIPELINE DVC NO GITHUB ACTIONS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O dvc.yaml torna o pipeline reprodutível, então o CI também pode reproduzi-lo. Neste lab, o GitHub Actions roda dvc repro a cada pull request e comenta no PR quanto as métricas mudaram em relação ao main.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PR → dvc repro → metrics diff no PR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dvc init --subdir e dvc repro localmente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Copie dvc-ci.yml para .github/workflows/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Num branch, mude max_depth no params.yaml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dvc repro e abra o pull request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O Actions comenta as métricas no PR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time revisa código e métricas no mesmo pull request.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DVC Documentation — dvc metrics diff.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GITHUB: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DVC NO CI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Treveil, M. et al. (2020). Introducing MLOps. O'Reilly Media.</a:t>
            </a:r>
          </a:p>
          <a:p>
            <a:r>
              <a:rPr sz="2800" b="0">
                <a:latin typeface="Roboto Light"/>
              </a:rPr>
              <a:t>• MLflow Documentation. https://mlflow.org/docs/latest/index.html</a:t>
            </a:r>
          </a:p>
          <a:p>
            <a:r>
              <a:rPr sz="2800" b="0">
                <a:latin typeface="Roboto Light"/>
              </a:rPr>
              <a:t>• DVC Documentation. https://dvc.org/doc</a:t>
            </a:r>
          </a:p>
          <a:p>
            <a:r>
              <a:rPr sz="2800" b="0">
                <a:latin typeface="Roboto Light"/>
              </a:rPr>
              <a:t>• Zaharia, M. et al. (2018). Accelerating the ML Lifecycle with MLflow. IEEE.</a:t>
            </a:r>
          </a:p>
          <a:p>
            <a:r>
              <a:rPr sz="2800" b="0">
                <a:latin typeface="Roboto Light"/>
              </a:rPr>
              <a:t>• DVC Documentation — Amazon S3 remote storage.</a:t>
            </a:r>
          </a:p>
          <a:p>
            <a:r>
              <a:rPr sz="2800" b="0">
                <a:latin typeface="Roboto Light"/>
              </a:rPr>
              <a:t>• GitHub Docs — GitHub Actions.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11172</TotalTime>
  <Words>626</Words>
  <Application>Microsoft Macintosh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Nogueira Tavares</cp:lastModifiedBy>
  <cp:revision>189</cp:revision>
  <dcterms:created xsi:type="dcterms:W3CDTF">2025-02-03T02:49:08Z</dcterms:created>
  <dcterms:modified xsi:type="dcterms:W3CDTF">2026-04-01T20:43:43Z</dcterms:modified>
</cp:coreProperties>
</file>