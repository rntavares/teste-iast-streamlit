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583" r:id="rId7"/>
    <p:sldId id="262" r:id="rId8"/>
    <p:sldId id="263" r:id="rId9"/>
    <p:sldId id="264" r:id="rId10"/>
    <p:sldId id="265" r:id="rId11"/>
    <p:sldId id="266" r:id="rId12"/>
    <p:sldId id="58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256"/>
            <p14:sldId id="257"/>
            <p14:sldId id="258"/>
            <p14:sldId id="259"/>
            <p14:sldId id="260"/>
            <p14:sldId id="583"/>
            <p14:sldId id="262"/>
            <p14:sldId id="263"/>
            <p14:sldId id="264"/>
            <p14:sldId id="265"/>
            <p14:sldId id="266"/>
            <p14:sldId id="584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4643"/>
  </p:normalViewPr>
  <p:slideViewPr>
    <p:cSldViewPr snapToGrid="0">
      <p:cViewPr varScale="1">
        <p:scale>
          <a:sx n="76" d="100"/>
          <a:sy n="76" d="100"/>
        </p:scale>
        <p:origin x="6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redo custSel addSld delSld modSld modSection">
      <pc:chgData name="Rafael Tavares" userId="b5f6855f0475f1c2" providerId="LiveId" clId="{628D8C17-BF8F-5867-8BEA-63D513C56F74}" dt="2026-09-14T22:39:24.304" v="63" actId="20577"/>
      <pc:docMkLst>
        <pc:docMk/>
      </pc:docMkLst>
      <pc:sldChg chg="modSp mod">
        <pc:chgData name="Rafael Tavares" userId="b5f6855f0475f1c2" providerId="LiveId" clId="{628D8C17-BF8F-5867-8BEA-63D513C56F74}" dt="2026-09-14T22:37:05.879" v="6" actId="20577"/>
        <pc:sldMkLst>
          <pc:docMk/>
          <pc:sldMk cId="2002973310" sldId="256"/>
        </pc:sldMkLst>
        <pc:spChg chg="mod">
          <ac:chgData name="Rafael Tavares" userId="b5f6855f0475f1c2" providerId="LiveId" clId="{628D8C17-BF8F-5867-8BEA-63D513C56F74}" dt="2026-09-14T22:37:05.879" v="6" actId="20577"/>
          <ac:spMkLst>
            <pc:docMk/>
            <pc:sldMk cId="2002973310" sldId="256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7:09.089" v="7" actId="20577"/>
        <pc:sldMkLst>
          <pc:docMk/>
          <pc:sldMk cId="0" sldId="257"/>
        </pc:sldMkLst>
        <pc:spChg chg="mod">
          <ac:chgData name="Rafael Tavares" userId="b5f6855f0475f1c2" providerId="LiveId" clId="{628D8C17-BF8F-5867-8BEA-63D513C56F74}" dt="2026-09-14T22:37:09.089" v="7" actId="20577"/>
          <ac:spMkLst>
            <pc:docMk/>
            <pc:sldMk cId="0" sldId="257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7:11.911" v="9" actId="20577"/>
        <pc:sldMkLst>
          <pc:docMk/>
          <pc:sldMk cId="0" sldId="258"/>
        </pc:sldMkLst>
        <pc:spChg chg="mod">
          <ac:chgData name="Rafael Tavares" userId="b5f6855f0475f1c2" providerId="LiveId" clId="{628D8C17-BF8F-5867-8BEA-63D513C56F74}" dt="2026-09-14T22:37:11.911" v="9" actId="20577"/>
          <ac:spMkLst>
            <pc:docMk/>
            <pc:sldMk cId="0" sldId="258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7:19.361" v="12" actId="1076"/>
        <pc:sldMkLst>
          <pc:docMk/>
          <pc:sldMk cId="0" sldId="259"/>
        </pc:sldMkLst>
        <pc:spChg chg="mod">
          <ac:chgData name="Rafael Tavares" userId="b5f6855f0475f1c2" providerId="LiveId" clId="{628D8C17-BF8F-5867-8BEA-63D513C56F74}" dt="2026-09-14T22:37:14.766" v="11" actId="20577"/>
          <ac:spMkLst>
            <pc:docMk/>
            <pc:sldMk cId="0" sldId="259"/>
            <ac:spMk id="15" creationId="{E651B861-229C-4274-AC94-1E224E1EAED2}"/>
          </ac:spMkLst>
        </pc:spChg>
        <pc:spChg chg="mod">
          <ac:chgData name="Rafael Tavares" userId="b5f6855f0475f1c2" providerId="LiveId" clId="{628D8C17-BF8F-5867-8BEA-63D513C56F74}" dt="2026-09-14T22:37:19.361" v="12" actId="1076"/>
          <ac:spMkLst>
            <pc:docMk/>
            <pc:sldMk cId="0" sldId="259"/>
            <ac:spMk id="55" creationId="{9308E0BC-B29F-429F-4841-177AAF806E45}"/>
          </ac:spMkLst>
        </pc:spChg>
      </pc:sldChg>
      <pc:sldChg chg="add del">
        <pc:chgData name="Rafael Tavares" userId="b5f6855f0475f1c2" providerId="LiveId" clId="{628D8C17-BF8F-5867-8BEA-63D513C56F74}" dt="2026-09-14T22:38:22.529" v="33" actId="2696"/>
        <pc:sldMkLst>
          <pc:docMk/>
          <pc:sldMk cId="0" sldId="261"/>
        </pc:sldMkLst>
      </pc:sldChg>
      <pc:sldChg chg="modSp mod">
        <pc:chgData name="Rafael Tavares" userId="b5f6855f0475f1c2" providerId="LiveId" clId="{628D8C17-BF8F-5867-8BEA-63D513C56F74}" dt="2026-09-14T22:38:56.883" v="52" actId="20577"/>
        <pc:sldMkLst>
          <pc:docMk/>
          <pc:sldMk cId="2002973310" sldId="262"/>
        </pc:sldMkLst>
        <pc:spChg chg="mod">
          <ac:chgData name="Rafael Tavares" userId="b5f6855f0475f1c2" providerId="LiveId" clId="{628D8C17-BF8F-5867-8BEA-63D513C56F74}" dt="2026-09-14T22:38:56.883" v="52" actId="20577"/>
          <ac:spMkLst>
            <pc:docMk/>
            <pc:sldMk cId="2002973310" sldId="262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8:29.217" v="35" actId="20577"/>
        <pc:sldMkLst>
          <pc:docMk/>
          <pc:sldMk cId="0" sldId="263"/>
        </pc:sldMkLst>
        <pc:spChg chg="mod">
          <ac:chgData name="Rafael Tavares" userId="b5f6855f0475f1c2" providerId="LiveId" clId="{628D8C17-BF8F-5867-8BEA-63D513C56F74}" dt="2026-09-14T22:38:29.217" v="35" actId="20577"/>
          <ac:spMkLst>
            <pc:docMk/>
            <pc:sldMk cId="0" sldId="263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8:32.288" v="37" actId="20577"/>
        <pc:sldMkLst>
          <pc:docMk/>
          <pc:sldMk cId="0" sldId="264"/>
        </pc:sldMkLst>
        <pc:spChg chg="mod">
          <ac:chgData name="Rafael Tavares" userId="b5f6855f0475f1c2" providerId="LiveId" clId="{628D8C17-BF8F-5867-8BEA-63D513C56F74}" dt="2026-09-14T22:38:32.288" v="37" actId="20577"/>
          <ac:spMkLst>
            <pc:docMk/>
            <pc:sldMk cId="0" sldId="264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8:37.419" v="39" actId="20577"/>
        <pc:sldMkLst>
          <pc:docMk/>
          <pc:sldMk cId="0" sldId="265"/>
        </pc:sldMkLst>
        <pc:spChg chg="mod">
          <ac:chgData name="Rafael Tavares" userId="b5f6855f0475f1c2" providerId="LiveId" clId="{628D8C17-BF8F-5867-8BEA-63D513C56F74}" dt="2026-09-14T22:38:37.419" v="39" actId="20577"/>
          <ac:spMkLst>
            <pc:docMk/>
            <pc:sldMk cId="0" sldId="265"/>
            <ac:spMk id="2" creationId="{AC7A883F-1FF0-76A8-05EE-4226BFEB3B2A}"/>
          </ac:spMkLst>
        </pc:spChg>
      </pc:sldChg>
      <pc:sldChg chg="del">
        <pc:chgData name="Rafael Tavares" userId="b5f6855f0475f1c2" providerId="LiveId" clId="{628D8C17-BF8F-5867-8BEA-63D513C56F74}" dt="2026-09-14T22:38:46.974" v="40" actId="2696"/>
        <pc:sldMkLst>
          <pc:docMk/>
          <pc:sldMk cId="0" sldId="267"/>
        </pc:sldMkLst>
      </pc:sldChg>
      <pc:sldChg chg="modSp mod">
        <pc:chgData name="Rafael Tavares" userId="b5f6855f0475f1c2" providerId="LiveId" clId="{628D8C17-BF8F-5867-8BEA-63D513C56F74}" dt="2026-09-14T22:38:51.757" v="47" actId="20577"/>
        <pc:sldMkLst>
          <pc:docMk/>
          <pc:sldMk cId="2002973310" sldId="268"/>
        </pc:sldMkLst>
        <pc:spChg chg="mod">
          <ac:chgData name="Rafael Tavares" userId="b5f6855f0475f1c2" providerId="LiveId" clId="{628D8C17-BF8F-5867-8BEA-63D513C56F74}" dt="2026-09-14T22:38:51.757" v="47" actId="20577"/>
          <ac:spMkLst>
            <pc:docMk/>
            <pc:sldMk cId="2002973310" sldId="268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9:09.617" v="54" actId="20577"/>
        <pc:sldMkLst>
          <pc:docMk/>
          <pc:sldMk cId="0" sldId="269"/>
        </pc:sldMkLst>
        <pc:spChg chg="mod">
          <ac:chgData name="Rafael Tavares" userId="b5f6855f0475f1c2" providerId="LiveId" clId="{628D8C17-BF8F-5867-8BEA-63D513C56F74}" dt="2026-09-14T22:39:09.617" v="54" actId="20577"/>
          <ac:spMkLst>
            <pc:docMk/>
            <pc:sldMk cId="0" sldId="269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9:12.316" v="56" actId="20577"/>
        <pc:sldMkLst>
          <pc:docMk/>
          <pc:sldMk cId="0" sldId="270"/>
        </pc:sldMkLst>
        <pc:spChg chg="mod">
          <ac:chgData name="Rafael Tavares" userId="b5f6855f0475f1c2" providerId="LiveId" clId="{628D8C17-BF8F-5867-8BEA-63D513C56F74}" dt="2026-09-14T22:39:12.316" v="56" actId="20577"/>
          <ac:spMkLst>
            <pc:docMk/>
            <pc:sldMk cId="0" sldId="270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9:17.691" v="59" actId="1076"/>
        <pc:sldMkLst>
          <pc:docMk/>
          <pc:sldMk cId="0" sldId="271"/>
        </pc:sldMkLst>
        <pc:spChg chg="mod">
          <ac:chgData name="Rafael Tavares" userId="b5f6855f0475f1c2" providerId="LiveId" clId="{628D8C17-BF8F-5867-8BEA-63D513C56F74}" dt="2026-09-14T22:39:14.891" v="58" actId="20577"/>
          <ac:spMkLst>
            <pc:docMk/>
            <pc:sldMk cId="0" sldId="271"/>
            <ac:spMk id="15" creationId="{E651B861-229C-4274-AC94-1E224E1EAED2}"/>
          </ac:spMkLst>
        </pc:spChg>
        <pc:spChg chg="mod">
          <ac:chgData name="Rafael Tavares" userId="b5f6855f0475f1c2" providerId="LiveId" clId="{628D8C17-BF8F-5867-8BEA-63D513C56F74}" dt="2026-09-14T22:39:17.691" v="59" actId="1076"/>
          <ac:spMkLst>
            <pc:docMk/>
            <pc:sldMk cId="0" sldId="271"/>
            <ac:spMk id="55" creationId="{9308E0BC-B29F-429F-4841-177AAF806E45}"/>
          </ac:spMkLst>
        </pc:spChg>
      </pc:sldChg>
      <pc:sldChg chg="modSp mod">
        <pc:chgData name="Rafael Tavares" userId="b5f6855f0475f1c2" providerId="LiveId" clId="{628D8C17-BF8F-5867-8BEA-63D513C56F74}" dt="2026-09-14T22:39:24.304" v="63" actId="20577"/>
        <pc:sldMkLst>
          <pc:docMk/>
          <pc:sldMk cId="0" sldId="273"/>
        </pc:sldMkLst>
        <pc:spChg chg="mod">
          <ac:chgData name="Rafael Tavares" userId="b5f6855f0475f1c2" providerId="LiveId" clId="{628D8C17-BF8F-5867-8BEA-63D513C56F74}" dt="2026-09-14T22:39:24.304" v="63" actId="20577"/>
          <ac:spMkLst>
            <pc:docMk/>
            <pc:sldMk cId="0" sldId="273"/>
            <ac:spMk id="2" creationId="{AC7A883F-1FF0-76A8-05EE-4226BFEB3B2A}"/>
          </ac:spMkLst>
        </pc:spChg>
      </pc:sldChg>
      <pc:sldChg chg="add del">
        <pc:chgData name="Rafael Tavares" userId="b5f6855f0475f1c2" providerId="LiveId" clId="{628D8C17-BF8F-5867-8BEA-63D513C56F74}" dt="2026-09-14T22:38:17.581" v="27"/>
        <pc:sldMkLst>
          <pc:docMk/>
          <pc:sldMk cId="1317083832" sldId="583"/>
        </pc:sldMkLst>
      </pc:sldChg>
      <pc:sldChg chg="add">
        <pc:chgData name="Rafael Tavares" userId="b5f6855f0475f1c2" providerId="LiveId" clId="{628D8C17-BF8F-5867-8BEA-63D513C56F74}" dt="2026-09-14T22:39:04.210" v="53"/>
        <pc:sldMkLst>
          <pc:docMk/>
          <pc:sldMk cId="1046661045" sldId="584"/>
        </pc:sldMkLst>
      </pc:sldChg>
      <pc:sldChg chg="modSp add del mod">
        <pc:chgData name="Rafael Tavares" userId="b5f6855f0475f1c2" providerId="LiveId" clId="{628D8C17-BF8F-5867-8BEA-63D513C56F74}" dt="2026-09-14T22:38:25.630" v="34" actId="2696"/>
        <pc:sldMkLst>
          <pc:docMk/>
          <pc:sldMk cId="1759220000" sldId="584"/>
        </pc:sldMkLst>
        <pc:spChg chg="mod">
          <ac:chgData name="Rafael Tavares" userId="b5f6855f0475f1c2" providerId="LiveId" clId="{628D8C17-BF8F-5867-8BEA-63D513C56F74}" dt="2026-09-14T22:38:20.398" v="32" actId="20577"/>
          <ac:spMkLst>
            <pc:docMk/>
            <pc:sldMk cId="1759220000" sldId="584"/>
            <ac:spMk id="23" creationId="{7B20AEA0-4C96-3611-DCE8-13A60607F6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problema que o Docker resolve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Imagem, container e registry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Containers vs máquinas virtuais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Comandos essenciais do Docker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isso importa para ML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Documentation. https://docs.docker.com/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ENTENDENDO CONTAINERS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Empacotar a aplicação e todo o seu ambiente em uma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unidade isolada e padronizada: o container.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Antes do Docker: instalar cada versão e biblioteca manualmente — e torcer.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container resolve isso porque: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Roda de forma idêntica em qualquer máquina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Independe do sistema operacional local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Elimina o "na minha máquina funciona"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Documentation — Get Started.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PROBLEMA QUE 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 RESOLVE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MÁQUINAS VIRTUAIS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Virtualizam o hardware inteiro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Rodam um SO completo cada uma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Pesadas (gigabytes)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Lentas para iniciar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410040" y="3779458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CONTAINERS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Compartilham o kernel do hospedeiro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Isolam só a aplicação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Leves (megabytes)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Iniciam em segundos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Docker Documentation.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CONTAINERS VS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MÁQUINAS VIRTUAIS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IMAGEM, CONTAINER E REGISTRY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Imagem é o molde imutável; container é a instância em</a:t>
            </a:r>
          </a:p>
          <a:p>
            <a:r>
              <a:rPr sz="2800" b="0">
                <a:latin typeface="Roboto Light"/>
              </a:rPr>
              <a:t>execução; registry é o repositório que guarda as imagens.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Docker Documentation — Get Started.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Anatomia de um Dockerfile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FROM, WORKDIR, COPY e RUN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EXPOSE e CMD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Build e run da imagem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Camadas e cache de build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— Best practices for writing Dockerfiles.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ESCREVENDO UM DOCKERFILE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instrução do Dockerfile cria uma camada: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FROM define a imagem base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WORKDIR define o diretório de trabalho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COPY requirements.txt copia as dependências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RUN pip install instala as bibliotecas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COPY . . copia o restante do código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CMD define o comando executado ao iniciar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docker build -t minha-app-ml .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docker run -p 8501:8501 minha-app-ml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ANATOMIA DE UM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COPY requirements.txt → RUN pip install → COPY . 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Por que essa ordem importa: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Cada instrução do Dockerfile gera uma camada nova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Docker reaproveita camadas que não mudaram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Copiar as deps antes do código acelera builds futuros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Só o código mudou? As dependências não são reinstaladas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Uma das otimizações mais importantes em projetos de ML.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— Best practices for writing Dockerfiles.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CAMADAS E CACHE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MULTI-STAGE BUILDS REDUZEM O TAMANHO DA IMAGEM FINAL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Separar a fase de build da fase de execução copia para a</a:t>
            </a:r>
          </a:p>
          <a:p>
            <a:r>
              <a:rPr sz="2800" b="0">
                <a:latin typeface="Roboto Light"/>
              </a:rPr>
              <a:t>imagem final só o que é necessário para rodar a aplicação.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Docker Documentation — Multi-stage builds.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0964-1604-0C75-CFBE-B0D1187D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DDB87C6-1C46-CD93-C522-D36F0F444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13E95DCF-5824-A0A6-9D2B-88C04995E6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6C376978-2C62-4689-BB66-086421F0636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7C3759C-31F6-1C63-BEE0-6C01F18F1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61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Volumes e persistência de dados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Docker Compose e serviços múltiplos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Boas práticas de segurança e tamanho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Scanning de vulnerabilidades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GitHub — imagem no GHCR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Compose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BOAS PRÁTICAS E ORQUESTRAÇÃO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Recomendações que evitam dor de cabeça em produção: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Use imagens slim ou alpine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Crie um .dockerignore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Rode como usuário não-root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Fixe versões das imagens base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Uma responsabilidade por container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Segurança e tamanho de imagem são parte da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maturidade de um pipeline de MLOps.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BOAS PRÁTICAS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DOCKER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VOLUMES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Persistem dados fora do container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Úteis para modelos treinados e logs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docker run -v $(pwd)/dados:/app/dados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426974" y="3956795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DOCKER COMPOSE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Orquestra múltiplos serviços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Um único arquivo docker-compose.yml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docker compose up sobe tudo junto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Docker Compose Documentation.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VOLUMES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 COMPOSE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GITHUB: PUBLICANDO A IMAGEM NO GHCR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O Docker Hub não é a única opção de registry. Neste lab, o GitHub Actions constrói a imagem da nossa aplicação de ML a cada push e a publica no GitHub Container Registry (ghcr.io), de onde qualquer máquina baixa e roda o app.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git push → docker build → ghcr.io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Copie ghcr.yml para .github/workflows/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git push: o Actions faz build e push da imagem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Encontre o pacote churn-app em Packages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docker run ghcr.io/&lt;usuario&gt;/churn-app:latest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Nova versão = novo push; a tag do SHA é o rollback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Mesma imagem, agora publicada pelo pipeline de CI.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GitHub Docs — Container registry.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GITHUB:</a:t>
            </a:r>
            <a:r>
              <a:rPr lang="pt-BR" sz="6000">
                <a:latin typeface="GothamHTF-Book"/>
              </a:rPr>
              <a:t> </a:t>
            </a:r>
            <a:r>
              <a:rPr sz="6000">
                <a:solidFill>
                  <a:srgbClr val="D30F59"/>
                </a:solidFill>
                <a:latin typeface="GothamHTF-Book"/>
              </a:rPr>
              <a:t>GHCR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Nickoloff, J. &amp; Kuenzli, S. (2019). Docker in Action (2ª ed.). Manning Publications.</a:t>
            </a:r>
          </a:p>
          <a:p>
            <a:r>
              <a:rPr sz="2800" b="0">
                <a:latin typeface="Roboto Light"/>
              </a:rPr>
              <a:t>• Docker Documentation. https://docs.docker.com/</a:t>
            </a:r>
          </a:p>
          <a:p>
            <a:r>
              <a:rPr sz="2800" b="0">
                <a:latin typeface="Roboto Light"/>
              </a:rPr>
              <a:t>• Docker. "Best practices for writing Dockerfiles".</a:t>
            </a:r>
          </a:p>
          <a:p>
            <a:r>
              <a:rPr sz="2800" b="0">
                <a:latin typeface="Roboto Light"/>
              </a:rPr>
              <a:t>• Docker Compose Documentation. https://docs.docker.com/compose/</a:t>
            </a:r>
          </a:p>
          <a:p>
            <a:r>
              <a:rPr sz="2800" b="0">
                <a:latin typeface="Roboto Light"/>
              </a:rPr>
              <a:t>• Merkel, D. (2014). "Docker: Lightweight Linux Containers". Linux Journal.</a:t>
            </a:r>
          </a:p>
          <a:p>
            <a:r>
              <a:rPr sz="2800" b="0">
                <a:latin typeface="Roboto Light"/>
              </a:rPr>
              <a:t>• GitHub Docs — Working with the Container registry.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11174</TotalTime>
  <Words>896</Words>
  <Application>Microsoft Macintosh PowerPoint</Application>
  <PresentationFormat>Personalizar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189</cp:revision>
  <dcterms:created xsi:type="dcterms:W3CDTF">2025-02-03T02:49:08Z</dcterms:created>
  <dcterms:modified xsi:type="dcterms:W3CDTF">2026-09-14T22:39:24Z</dcterms:modified>
</cp:coreProperties>
</file>