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notesMasterIdLst>
    <p:notesMasterId r:id="rId13"/>
  </p:notesMasterIdLst>
  <p:handoutMasterIdLst>
    <p:handoutMasterId r:id="rId14"/>
  </p:handoutMasterIdLst>
  <p:sldIdLst>
    <p:sldId id="256" r:id="rId20"/>
    <p:sldId id="257" r:id="rId21"/>
    <p:sldId id="258" r:id="rId22"/>
    <p:sldId id="259" r:id="rId23"/>
    <p:sldId id="260" r:id="rId24"/>
    <p:sldId id="261" r:id="rId25"/>
    <p:sldId id="262" r:id="rId26"/>
    <p:sldId id="263" r:id="rId27"/>
    <p:sldId id="264" r:id="rId28"/>
    <p:sldId id="265" r:id="rId29"/>
    <p:sldId id="266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</p:sldIdLst>
  <p:sldSz cx="18288000" cy="10287000"/>
  <p:notesSz cx="6858000" cy="9144000"/>
  <p:defaultTextStyle>
    <a:defPPr>
      <a:defRPr lang="en-US"/>
    </a:defPPr>
    <a:lvl1pPr marL="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sign" id="{FA98A53D-3835-46EC-8D56-4737810CF699}">
          <p14:sldIdLst>
            <p14:sldId id="572"/>
            <p14:sldId id="599"/>
            <p14:sldId id="600"/>
            <p14:sldId id="601"/>
            <p14:sldId id="602"/>
            <p14:sldId id="603"/>
            <p14:sldId id="604"/>
            <p14:sldId id="605"/>
            <p14:sldId id="606"/>
            <p14:sldId id="607"/>
            <p14:sldId id="5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0F59"/>
    <a:srgbClr val="9A0D3B"/>
    <a:srgbClr val="0B1527"/>
    <a:srgbClr val="020407"/>
    <a:srgbClr val="0A1322"/>
    <a:srgbClr val="B00E43"/>
    <a:srgbClr val="F5F5F5"/>
    <a:srgbClr val="000000"/>
    <a:srgbClr val="1B1B1B"/>
    <a:srgbClr val="AFAF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6" autoAdjust="0"/>
    <p:restoredTop sz="94658"/>
  </p:normalViewPr>
  <p:slideViewPr>
    <p:cSldViewPr snapToGrid="0">
      <p:cViewPr varScale="1">
        <p:scale>
          <a:sx n="80" d="100"/>
          <a:sy n="80" d="100"/>
        </p:scale>
        <p:origin x="5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handoutMaster" Target="handoutMasters/handout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" Type="http://schemas.openxmlformats.org/officeDocument/2006/relationships/slide" Target="slides/slide1.xml"/><Relationship Id="rId21" Type="http://schemas.openxmlformats.org/officeDocument/2006/relationships/slide" Target="slides/slide2.xml"/><Relationship Id="rId22" Type="http://schemas.openxmlformats.org/officeDocument/2006/relationships/slide" Target="slides/slide3.xml"/><Relationship Id="rId23" Type="http://schemas.openxmlformats.org/officeDocument/2006/relationships/slide" Target="slides/slide4.xml"/><Relationship Id="rId24" Type="http://schemas.openxmlformats.org/officeDocument/2006/relationships/slide" Target="slides/slide5.xml"/><Relationship Id="rId25" Type="http://schemas.openxmlformats.org/officeDocument/2006/relationships/slide" Target="slides/slide6.xml"/><Relationship Id="rId26" Type="http://schemas.openxmlformats.org/officeDocument/2006/relationships/slide" Target="slides/slide7.xml"/><Relationship Id="rId27" Type="http://schemas.openxmlformats.org/officeDocument/2006/relationships/slide" Target="slides/slide8.xml"/><Relationship Id="rId28" Type="http://schemas.openxmlformats.org/officeDocument/2006/relationships/slide" Target="slides/slide9.xml"/><Relationship Id="rId29" Type="http://schemas.openxmlformats.org/officeDocument/2006/relationships/slide" Target="slides/slide10.xml"/><Relationship Id="rId30" Type="http://schemas.openxmlformats.org/officeDocument/2006/relationships/slide" Target="slides/slide11.xml"/><Relationship Id="rId31" Type="http://schemas.openxmlformats.org/officeDocument/2006/relationships/slide" Target="slides/slide12.xml"/><Relationship Id="rId32" Type="http://schemas.openxmlformats.org/officeDocument/2006/relationships/slide" Target="slides/slide13.xml"/><Relationship Id="rId33" Type="http://schemas.openxmlformats.org/officeDocument/2006/relationships/slide" Target="slides/slide14.xml"/><Relationship Id="rId34" Type="http://schemas.openxmlformats.org/officeDocument/2006/relationships/slide" Target="slides/slide15.xml"/><Relationship Id="rId35" Type="http://schemas.openxmlformats.org/officeDocument/2006/relationships/slide" Target="slides/slide16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19.xml"/><Relationship Id="rId39" Type="http://schemas.openxmlformats.org/officeDocument/2006/relationships/slide" Target="slides/slide2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C84A51B-13BF-326B-C25F-00841825199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A7ADFD-2107-F4F5-8721-E28C913C71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F7EBC8-DF47-47B9-B7F5-2CB06F302988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21BBCB-86F2-4A50-D624-19C7618D022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CAC57B-B3E0-2050-F9CD-39A219CDF8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542198-F140-41E7-A44A-C3C116473F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30929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44D879-1A0A-D44F-8CAF-A6DE8D84D4FB}" type="datetimeFigureOut">
              <a:rPr lang="en-US" smtClean="0"/>
              <a:t>4/1/26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DE089-5E0D-4F42-A2B3-B4BC8AEE8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644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85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71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57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7432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4290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1148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8006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486400" algn="l" defTabSz="13716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475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12AB3BF-55CE-FD5C-A188-D97E445D0B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872790" y="1"/>
            <a:ext cx="7415210" cy="10287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232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F7E0E76-1F36-C45D-5A5C-8AE14E9347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5163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F1E0921-40B9-D026-E88E-08C7AED8C41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99225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2FF481F-95A7-45CE-5E16-2F19F283303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333287" y="896441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Picture Placeholder 12">
            <a:extLst>
              <a:ext uri="{FF2B5EF4-FFF2-40B4-BE49-F238E27FC236}">
                <a16:creationId xmlns:a16="http://schemas.microsoft.com/office/drawing/2014/main" id="{2902ACF7-F402-36DE-E2F2-1CBE6DB4A5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1988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EE6CD573-2023-79F2-8F18-E311E9EEC1D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96050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FD12191E-70C8-DE83-0BED-8BC3D4CBB39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2330112" y="5343255"/>
            <a:ext cx="5292725" cy="3642360"/>
          </a:xfrm>
          <a:custGeom>
            <a:avLst/>
            <a:gdLst>
              <a:gd name="connsiteX0" fmla="*/ 0 w 5292725"/>
              <a:gd name="connsiteY0" fmla="*/ 0 h 3642360"/>
              <a:gd name="connsiteX1" fmla="*/ 5292725 w 5292725"/>
              <a:gd name="connsiteY1" fmla="*/ 0 h 3642360"/>
              <a:gd name="connsiteX2" fmla="*/ 5292725 w 5292725"/>
              <a:gd name="connsiteY2" fmla="*/ 3642360 h 3642360"/>
              <a:gd name="connsiteX3" fmla="*/ 0 w 5292725"/>
              <a:gd name="connsiteY3" fmla="*/ 3642360 h 3642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2725" h="3642360">
                <a:moveTo>
                  <a:pt x="0" y="0"/>
                </a:moveTo>
                <a:lnTo>
                  <a:pt x="5292725" y="0"/>
                </a:lnTo>
                <a:lnTo>
                  <a:pt x="5292725" y="3642360"/>
                </a:lnTo>
                <a:lnTo>
                  <a:pt x="0" y="36423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98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103D3B0-6168-6964-0338-9C8AABA1F7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3111" y="3900869"/>
            <a:ext cx="8878824" cy="5724144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242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38725" y="2204295"/>
            <a:ext cx="3836988" cy="3826400"/>
          </a:xfrm>
          <a:custGeom>
            <a:avLst/>
            <a:gdLst>
              <a:gd name="connsiteX0" fmla="*/ 96364 w 1331913"/>
              <a:gd name="connsiteY0" fmla="*/ 0 h 1328238"/>
              <a:gd name="connsiteX1" fmla="*/ 1235549 w 1331913"/>
              <a:gd name="connsiteY1" fmla="*/ 0 h 1328238"/>
              <a:gd name="connsiteX2" fmla="*/ 1331913 w 1331913"/>
              <a:gd name="connsiteY2" fmla="*/ 96364 h 1328238"/>
              <a:gd name="connsiteX3" fmla="*/ 1331913 w 1331913"/>
              <a:gd name="connsiteY3" fmla="*/ 1231874 h 1328238"/>
              <a:gd name="connsiteX4" fmla="*/ 1235549 w 1331913"/>
              <a:gd name="connsiteY4" fmla="*/ 1328238 h 1328238"/>
              <a:gd name="connsiteX5" fmla="*/ 96364 w 1331913"/>
              <a:gd name="connsiteY5" fmla="*/ 1328238 h 1328238"/>
              <a:gd name="connsiteX6" fmla="*/ 0 w 1331913"/>
              <a:gd name="connsiteY6" fmla="*/ 1231874 h 1328238"/>
              <a:gd name="connsiteX7" fmla="*/ 0 w 1331913"/>
              <a:gd name="connsiteY7" fmla="*/ 96364 h 1328238"/>
              <a:gd name="connsiteX8" fmla="*/ 96364 w 1331913"/>
              <a:gd name="connsiteY8" fmla="*/ 0 h 1328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31913" h="1328238">
                <a:moveTo>
                  <a:pt x="96364" y="0"/>
                </a:moveTo>
                <a:lnTo>
                  <a:pt x="1235549" y="0"/>
                </a:lnTo>
                <a:cubicBezTo>
                  <a:pt x="1288769" y="0"/>
                  <a:pt x="1331913" y="43144"/>
                  <a:pt x="1331913" y="96364"/>
                </a:cubicBezTo>
                <a:lnTo>
                  <a:pt x="1331913" y="1231874"/>
                </a:lnTo>
                <a:cubicBezTo>
                  <a:pt x="1331913" y="1285094"/>
                  <a:pt x="1288769" y="1328238"/>
                  <a:pt x="1235549" y="1328238"/>
                </a:cubicBezTo>
                <a:lnTo>
                  <a:pt x="96364" y="1328238"/>
                </a:lnTo>
                <a:cubicBezTo>
                  <a:pt x="43144" y="1328238"/>
                  <a:pt x="0" y="1285094"/>
                  <a:pt x="0" y="1231874"/>
                </a:cubicBezTo>
                <a:lnTo>
                  <a:pt x="0" y="96364"/>
                </a:lnTo>
                <a:cubicBezTo>
                  <a:pt x="0" y="43144"/>
                  <a:pt x="43144" y="0"/>
                  <a:pt x="96364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390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0ED8CCB-6451-EB4A-7FEE-73EC1AFB1D9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81400" y="3423713"/>
            <a:ext cx="3836988" cy="3826400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818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9">
            <a:extLst>
              <a:ext uri="{FF2B5EF4-FFF2-40B4-BE49-F238E27FC236}">
                <a16:creationId xmlns:a16="http://schemas.microsoft.com/office/drawing/2014/main" id="{810B1B8F-A07F-BC7C-86B2-4D90D8EE1D7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07525" y="661988"/>
            <a:ext cx="8211312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C2D63ACF-810C-81D6-0A2C-B2CCA0FA3FE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81885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235726A-0694-7443-C283-B589A53819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7529" y="5391342"/>
            <a:ext cx="3840480" cy="4233672"/>
          </a:xfrm>
          <a:custGeom>
            <a:avLst/>
            <a:gdLst>
              <a:gd name="connsiteX0" fmla="*/ 0 w 1944687"/>
              <a:gd name="connsiteY0" fmla="*/ 0 h 2416629"/>
              <a:gd name="connsiteX1" fmla="*/ 1944687 w 1944687"/>
              <a:gd name="connsiteY1" fmla="*/ 0 h 2416629"/>
              <a:gd name="connsiteX2" fmla="*/ 1944687 w 1944687"/>
              <a:gd name="connsiteY2" fmla="*/ 2416629 h 2416629"/>
              <a:gd name="connsiteX3" fmla="*/ 0 w 1944687"/>
              <a:gd name="connsiteY3" fmla="*/ 2416629 h 2416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44687" h="2416629">
                <a:moveTo>
                  <a:pt x="0" y="0"/>
                </a:moveTo>
                <a:lnTo>
                  <a:pt x="1944687" y="0"/>
                </a:lnTo>
                <a:lnTo>
                  <a:pt x="1944687" y="2416629"/>
                </a:lnTo>
                <a:lnTo>
                  <a:pt x="0" y="2416629"/>
                </a:ln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47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10999856-B4C6-88C9-C70C-9F9B9F0FD6D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4369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66CCDDF-7DF3-63E1-B4CE-FDE335EEA1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034441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2AD98E8-87A6-3FA0-1F41-9BC038A331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8796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9DD10A45-9215-6907-5778-FE32AE4E353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783153" y="661988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5323B5D6-0438-18B5-EC5B-118829A125A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4368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264065C-1ABC-29A9-732A-0C25683F220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38725" y="5382195"/>
            <a:ext cx="3840480" cy="4242816"/>
          </a:xfrm>
          <a:prstGeom prst="rect">
            <a:avLst/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33D9C92B-8244-A0CA-A645-F1078A33947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61670" y="7265714"/>
            <a:ext cx="3840480" cy="3472624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5A14A5BE-2991-0A38-994F-2E74383821C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35233" y="-422032"/>
            <a:ext cx="3840480" cy="1605029"/>
          </a:xfrm>
          <a:prstGeom prst="roundRect">
            <a:avLst>
              <a:gd name="adj" fmla="val 8216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7F2A06A-3F5E-A2A1-DD0C-352D495596B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1670" y="-422032"/>
            <a:ext cx="3840480" cy="3636966"/>
          </a:xfrm>
          <a:prstGeom prst="roundRect">
            <a:avLst>
              <a:gd name="adj" fmla="val 4418"/>
            </a:avLst>
          </a:prstGeom>
          <a:gradFill>
            <a:gsLst>
              <a:gs pos="0">
                <a:schemeClr val="bg1">
                  <a:lumMod val="85000"/>
                </a:schemeClr>
              </a:gs>
              <a:gs pos="100000">
                <a:schemeClr val="bg1">
                  <a:lumMod val="65000"/>
                </a:schemeClr>
              </a:gs>
            </a:gsLst>
            <a:lin ang="2700000" scaled="0"/>
          </a:grad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97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1F275329-C137-4654-AB01-9BEF2A4F99F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0DC88D9-648B-4CE8-8B27-980F44B5EB1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4863230" y="4297691"/>
            <a:ext cx="3424770" cy="4190094"/>
          </a:xfrm>
          <a:custGeom>
            <a:avLst/>
            <a:gdLst>
              <a:gd name="connsiteX0" fmla="*/ 698349 w 2283180"/>
              <a:gd name="connsiteY0" fmla="*/ 0 h 2793396"/>
              <a:gd name="connsiteX1" fmla="*/ 2283180 w 2283180"/>
              <a:gd name="connsiteY1" fmla="*/ 0 h 2793396"/>
              <a:gd name="connsiteX2" fmla="*/ 2283180 w 2283180"/>
              <a:gd name="connsiteY2" fmla="*/ 2793396 h 2793396"/>
              <a:gd name="connsiteX3" fmla="*/ 0 w 2283180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83180" h="2793396">
                <a:moveTo>
                  <a:pt x="698349" y="0"/>
                </a:moveTo>
                <a:lnTo>
                  <a:pt x="2283180" y="0"/>
                </a:lnTo>
                <a:lnTo>
                  <a:pt x="2283180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ABC970B-89F4-46AC-AA98-F84A4B7DEAA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52531" y="4297691"/>
            <a:ext cx="5433426" cy="4190094"/>
          </a:xfrm>
          <a:custGeom>
            <a:avLst/>
            <a:gdLst>
              <a:gd name="connsiteX0" fmla="*/ 698349 w 3622284"/>
              <a:gd name="connsiteY0" fmla="*/ 0 h 2793396"/>
              <a:gd name="connsiteX1" fmla="*/ 3622284 w 3622284"/>
              <a:gd name="connsiteY1" fmla="*/ 0 h 2793396"/>
              <a:gd name="connsiteX2" fmla="*/ 2923935 w 3622284"/>
              <a:gd name="connsiteY2" fmla="*/ 2793396 h 2793396"/>
              <a:gd name="connsiteX3" fmla="*/ 0 w 3622284"/>
              <a:gd name="connsiteY3" fmla="*/ 2793396 h 2793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22284" h="2793396">
                <a:moveTo>
                  <a:pt x="698349" y="0"/>
                </a:moveTo>
                <a:lnTo>
                  <a:pt x="3622284" y="0"/>
                </a:lnTo>
                <a:lnTo>
                  <a:pt x="2923935" y="2793396"/>
                </a:lnTo>
                <a:lnTo>
                  <a:pt x="0" y="2793396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63511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11EA3894-937B-4CA3-8E14-6FF62851763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pattFill prst="pct5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793547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85A26F2-CB99-8D3F-CEF9-61A4C6B7D8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26830" y="2316479"/>
            <a:ext cx="3556635" cy="6167259"/>
          </a:xfrm>
          <a:custGeom>
            <a:avLst/>
            <a:gdLst>
              <a:gd name="connsiteX0" fmla="*/ 0 w 2371090"/>
              <a:gd name="connsiteY0" fmla="*/ 0 h 4111506"/>
              <a:gd name="connsiteX1" fmla="*/ 2371090 w 2371090"/>
              <a:gd name="connsiteY1" fmla="*/ 0 h 4111506"/>
              <a:gd name="connsiteX2" fmla="*/ 2371090 w 2371090"/>
              <a:gd name="connsiteY2" fmla="*/ 4111506 h 4111506"/>
              <a:gd name="connsiteX3" fmla="*/ 927428 w 2371090"/>
              <a:gd name="connsiteY3" fmla="*/ 4111506 h 4111506"/>
              <a:gd name="connsiteX4" fmla="*/ 0 w 2371090"/>
              <a:gd name="connsiteY4" fmla="*/ 3184078 h 4111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4111506">
                <a:moveTo>
                  <a:pt x="0" y="0"/>
                </a:moveTo>
                <a:lnTo>
                  <a:pt x="2371090" y="0"/>
                </a:lnTo>
                <a:lnTo>
                  <a:pt x="2371090" y="4111506"/>
                </a:lnTo>
                <a:lnTo>
                  <a:pt x="927428" y="4111506"/>
                </a:lnTo>
                <a:lnTo>
                  <a:pt x="0" y="318407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911627F-9C3A-8C6C-F7C6-CA1CC2650EE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607290" y="1813412"/>
            <a:ext cx="3556635" cy="4201152"/>
          </a:xfrm>
          <a:custGeom>
            <a:avLst/>
            <a:gdLst>
              <a:gd name="connsiteX0" fmla="*/ 0 w 2371090"/>
              <a:gd name="connsiteY0" fmla="*/ 0 h 2800768"/>
              <a:gd name="connsiteX1" fmla="*/ 1321740 w 2371090"/>
              <a:gd name="connsiteY1" fmla="*/ 0 h 2800768"/>
              <a:gd name="connsiteX2" fmla="*/ 2371090 w 2371090"/>
              <a:gd name="connsiteY2" fmla="*/ 1049350 h 2800768"/>
              <a:gd name="connsiteX3" fmla="*/ 2371090 w 2371090"/>
              <a:gd name="connsiteY3" fmla="*/ 2800768 h 2800768"/>
              <a:gd name="connsiteX4" fmla="*/ 0 w 2371090"/>
              <a:gd name="connsiteY4" fmla="*/ 2800768 h 2800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1090" h="2800768">
                <a:moveTo>
                  <a:pt x="0" y="0"/>
                </a:moveTo>
                <a:lnTo>
                  <a:pt x="1321740" y="0"/>
                </a:lnTo>
                <a:lnTo>
                  <a:pt x="2371090" y="1049350"/>
                </a:lnTo>
                <a:lnTo>
                  <a:pt x="2371090" y="2800768"/>
                </a:lnTo>
                <a:lnTo>
                  <a:pt x="0" y="2800768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8713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4/1/26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6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753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12" r:id="rId2"/>
    <p:sldLayoutId id="2147483708" r:id="rId3"/>
    <p:sldLayoutId id="2147483718" r:id="rId4"/>
    <p:sldLayoutId id="2147483714" r:id="rId5"/>
    <p:sldLayoutId id="2147483722" r:id="rId6"/>
    <p:sldLayoutId id="2147483719" r:id="rId7"/>
    <p:sldLayoutId id="2147483720" r:id="rId8"/>
    <p:sldLayoutId id="2147483721" r:id="rId9"/>
    <p:sldLayoutId id="2147483727" r:id="rId10"/>
    <p:sldLayoutId id="2147483728" r:id="rId11"/>
    <p:sldLayoutId id="2147483734" r:id="rId12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2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2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2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2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7" userDrawn="1">
          <p15:clr>
            <a:srgbClr val="F26B43"/>
          </p15:clr>
        </p15:guide>
        <p15:guide id="2" orient="horz" pos="6063" userDrawn="1">
          <p15:clr>
            <a:srgbClr val="F26B43"/>
          </p15:clr>
        </p15:guide>
        <p15:guide id="3" pos="11102" userDrawn="1">
          <p15:clr>
            <a:srgbClr val="F26B43"/>
          </p15:clr>
        </p15:guide>
        <p15:guide id="4" pos="419" userDrawn="1">
          <p15:clr>
            <a:srgbClr val="F26B43"/>
          </p15:clr>
        </p15:guide>
        <p15:guide id="5" pos="1338" userDrawn="1">
          <p15:clr>
            <a:srgbClr val="F26B43"/>
          </p15:clr>
        </p15:guide>
        <p15:guide id="6" pos="998" userDrawn="1">
          <p15:clr>
            <a:srgbClr val="F26B43"/>
          </p15:clr>
        </p15:guide>
        <p15:guide id="7" pos="1916" userDrawn="1">
          <p15:clr>
            <a:srgbClr val="F26B43"/>
          </p15:clr>
        </p15:guide>
        <p15:guide id="8" pos="2256" userDrawn="1">
          <p15:clr>
            <a:srgbClr val="F26B43"/>
          </p15:clr>
        </p15:guide>
        <p15:guide id="9" pos="2835" userDrawn="1">
          <p15:clr>
            <a:srgbClr val="F26B43"/>
          </p15:clr>
        </p15:guide>
        <p15:guide id="10" pos="3174" userDrawn="1">
          <p15:clr>
            <a:srgbClr val="F26B43"/>
          </p15:clr>
        </p15:guide>
        <p15:guide id="11" pos="3753" userDrawn="1">
          <p15:clr>
            <a:srgbClr val="F26B43"/>
          </p15:clr>
        </p15:guide>
        <p15:guide id="12" pos="4094" userDrawn="1">
          <p15:clr>
            <a:srgbClr val="F26B43"/>
          </p15:clr>
        </p15:guide>
        <p15:guide id="13" pos="4671" userDrawn="1">
          <p15:clr>
            <a:srgbClr val="F26B43"/>
          </p15:clr>
        </p15:guide>
        <p15:guide id="14" pos="5012" userDrawn="1">
          <p15:clr>
            <a:srgbClr val="F26B43"/>
          </p15:clr>
        </p15:guide>
        <p15:guide id="15" pos="5591" userDrawn="1">
          <p15:clr>
            <a:srgbClr val="F26B43"/>
          </p15:clr>
        </p15:guide>
        <p15:guide id="16" pos="5930" userDrawn="1">
          <p15:clr>
            <a:srgbClr val="F26B43"/>
          </p15:clr>
        </p15:guide>
        <p15:guide id="17" pos="6509" userDrawn="1">
          <p15:clr>
            <a:srgbClr val="F26B43"/>
          </p15:clr>
        </p15:guide>
        <p15:guide id="18" pos="6849" userDrawn="1">
          <p15:clr>
            <a:srgbClr val="F26B43"/>
          </p15:clr>
        </p15:guide>
        <p15:guide id="19" pos="7427" userDrawn="1">
          <p15:clr>
            <a:srgbClr val="F26B43"/>
          </p15:clr>
        </p15:guide>
        <p15:guide id="20" pos="7767" userDrawn="1">
          <p15:clr>
            <a:srgbClr val="F26B43"/>
          </p15:clr>
        </p15:guide>
        <p15:guide id="21" pos="8346" userDrawn="1">
          <p15:clr>
            <a:srgbClr val="F26B43"/>
          </p15:clr>
        </p15:guide>
        <p15:guide id="22" pos="8685" userDrawn="1">
          <p15:clr>
            <a:srgbClr val="F26B43"/>
          </p15:clr>
        </p15:guide>
        <p15:guide id="23" pos="9264" userDrawn="1">
          <p15:clr>
            <a:srgbClr val="F26B43"/>
          </p15:clr>
        </p15:guide>
        <p15:guide id="24" pos="9605" userDrawn="1">
          <p15:clr>
            <a:srgbClr val="F26B43"/>
          </p15:clr>
        </p15:guide>
        <p15:guide id="25" pos="10182" userDrawn="1">
          <p15:clr>
            <a:srgbClr val="F26B43"/>
          </p15:clr>
        </p15:guide>
        <p15:guide id="26" pos="10523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51749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>Monitoramento de Performance e </a:t>
            </a:r>
            <a:r>
              <a:rPr lang="pt-BR" sz="6600" dirty="0" err="1">
                <a:solidFill>
                  <a:schemeClr val="bg2"/>
                </a:solidFill>
                <a:latin typeface="GothamHTF-Book" pitchFamily="2" charset="0"/>
              </a:rPr>
              <a:t>Detecção de Drift</a:t>
            </a:r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/>
            </a:r>
            <a:endParaRPr lang="en-BR" sz="66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01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Por que modelos degradam com o tempo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Os três níveis de monitoramento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Infraestrutura, dados e modelo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O problema do ground truth atrasado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Métricas de proxy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Huyen, C. (2022). Designing Machine Learning Systems.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PARTE 01 —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ENTENDENDO A DEGRADAÇÃO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37330"/>
            <a:ext cx="12585699" cy="5041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Um modelo aprende uma fotografia do mundo — mas o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mundo é um filme, não uma foto.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A pergunta não é SE o modelo vai degradar, mas QUANDO e QUÃO RÁPIDO.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Os três níveis de monitoramento: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Infraestrutura — latência, CPU/memória, erros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Dados — valores nulos, ranges, distribuição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Modelo — acurácia, F1, drift de predições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Huyen, C. (2022). Designing Machine Learning Systems.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POR QUE MODELOS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DEGRADAM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CD2A0031-E0CE-5D25-C245-F546B99D29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958DDA97-3A59-EAB5-29CB-30DB58682F0C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CC1A55E6-E3D5-F91D-001F-7EBD3C80BC35}"/>
              </a:ext>
            </a:extLst>
          </p:cNvPr>
          <p:cNvSpPr txBox="1"/>
          <p:nvPr/>
        </p:nvSpPr>
        <p:spPr>
          <a:xfrm>
            <a:off x="632025" y="3956795"/>
            <a:ext cx="7323255" cy="5668218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GROUND TRUTH IMEDIATO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Mede a performance direta do modelo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Acurácia, F1 e RMSE reais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Ex: fraude confirmada no mesmo dia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55" name="TextBox 6">
            <a:extLst>
              <a:ext uri="{FF2B5EF4-FFF2-40B4-BE49-F238E27FC236}">
                <a16:creationId xmlns:a16="http://schemas.microsoft.com/office/drawing/2014/main" id="{9308E0BC-B29F-429F-4841-177AAF806E45}"/>
              </a:ext>
            </a:extLst>
          </p:cNvPr>
          <p:cNvSpPr txBox="1"/>
          <p:nvPr/>
        </p:nvSpPr>
        <p:spPr>
          <a:xfrm>
            <a:off x="9393107" y="4880124"/>
            <a:ext cx="7559870" cy="4744889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GROUND TRUTH ATRASADO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O resultado real só chega depois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Ex: churn confirmado em 30 dias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Recorremos a métricas de proxy: o drift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Ref: Huyen, C. (2022). Designing Machine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Learning Systems. O'Reilly Media.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E651B861-229C-4274-AC94-1E224E1EAED2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O PROBLEMA DO GROUND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TRUTH ATRASADO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E246EA09-ABE3-3076-03FB-97AB23F374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144D7D88-24C6-8A43-B586-515BBA80E5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latin typeface="GothamHTF-Book"/>
              </a:rPr>
              <a:t>92% VIRA 70% — EM SILÊNCIO</a:t>
            </a:r>
          </a:p>
          <a:p>
            <a:endParaRPr sz="5000">
              <a:latin typeface="GothamHTF-Book"/>
            </a:endParaRPr>
          </a:p>
          <a:p>
            <a:r>
              <a:rPr sz="2800" b="0">
                <a:latin typeface="Roboto Light"/>
              </a:rPr>
              <a:t>O modelo que acertou 92% no dia do deploy pode estar</a:t>
            </a:r>
          </a:p>
          <a:p>
            <a:r>
              <a:rPr sz="2800" b="0">
                <a:latin typeface="Roboto Light"/>
              </a:rPr>
              <a:t>tomando decisões erradas meses depois, sem que ninguém perceba.</a:t>
            </a:r>
          </a:p>
          <a:p>
            <a:endParaRPr sz="2800" b="0">
              <a:latin typeface="Roboto Light"/>
            </a:endParaRPr>
          </a:p>
          <a:p>
            <a:r>
              <a:rPr sz="2800" b="0">
                <a:latin typeface="Roboto Light"/>
              </a:rPr>
              <a:t>Fonte: cenário típico de degradação de modelos em produção sem monitoramento.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CB89C133-E752-2C44-B5C9-B548033CEDC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: Shape 1041">
            <a:extLst>
              <a:ext uri="{FF2B5EF4-FFF2-40B4-BE49-F238E27FC236}">
                <a16:creationId xmlns:a16="http://schemas.microsoft.com/office/drawing/2014/main" id="{2F175625-2DA1-A3DE-30DB-D07F37B17ED5}"/>
              </a:ext>
            </a:extLst>
          </p:cNvPr>
          <p:cNvSpPr/>
          <p:nvPr/>
        </p:nvSpPr>
        <p:spPr>
          <a:xfrm rot="19791614">
            <a:off x="11390046" y="738237"/>
            <a:ext cx="11574731" cy="11404870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18F170F-F362-E056-3510-0C09C9D4D9A2}"/>
              </a:ext>
            </a:extLst>
          </p:cNvPr>
          <p:cNvSpPr txBox="1"/>
          <p:nvPr/>
        </p:nvSpPr>
        <p:spPr>
          <a:xfrm>
            <a:off x="632023" y="3758506"/>
            <a:ext cx="9701015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A SEGUIR: PARTE 02
DETECTANDO DRIFT</a:t>
            </a:r>
          </a:p>
        </p:txBody>
      </p:sp>
      <p:sp>
        <p:nvSpPr>
          <p:cNvPr id="9" name="Freeform: Shape 40">
            <a:extLst>
              <a:ext uri="{FF2B5EF4-FFF2-40B4-BE49-F238E27FC236}">
                <a16:creationId xmlns:a16="http://schemas.microsoft.com/office/drawing/2014/main" id="{181D5567-6116-2790-00C7-2CCBA698AA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0" name="Freeform: Shape 41">
            <a:extLst>
              <a:ext uri="{FF2B5EF4-FFF2-40B4-BE49-F238E27FC236}">
                <a16:creationId xmlns:a16="http://schemas.microsoft.com/office/drawing/2014/main" id="{5DDDA17D-AF65-9317-C1ED-16BB0630A2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51749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>Monitoramento de Performance e </a:t>
            </a:r>
            <a:r>
              <a:rPr lang="pt-BR" sz="6600" dirty="0" err="1">
                <a:solidFill>
                  <a:schemeClr val="bg2"/>
                </a:solidFill>
                <a:latin typeface="GothamHTF-Book" pitchFamily="2" charset="0"/>
              </a:rPr>
              <a:t>Detecção de Drift</a:t>
            </a:r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/>
            </a:r>
            <a:endParaRPr lang="en-BR" sz="66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02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Data drift, concept drift e feature drift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Janela de referência vs janela de análise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Teste Kolmogorov-Smirnov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PSI (Population Stability Index)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Teste Chi-quadrado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Gama, J. et al. (2014). A Survey on Concept Drift Adaptation.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PARTE 02 —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DETECTANDO DRIFT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73161"/>
            <a:ext cx="12585699" cy="568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Três formas distintas de mudança nos dados: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Data drift — a distribuição das entradas muda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Concept drift — a relação entrada-saída muda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Feature drift — uma feature específica muda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Data drift costuma pedir re-treino com dados recentes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Concept drift exige repensar features ou o problema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Distinguir os dois é essencial para reagir certo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Um sensor descalibrado é feature drift; a pandemia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mudando o comportamento de pagadores é concept drift.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TIPOS DE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DRIFT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CD2A0031-E0CE-5D25-C245-F546B99D29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958DDA97-3A59-EAB5-29CB-30DB58682F0C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CC1A55E6-E3D5-F91D-001F-7EBD3C80BC35}"/>
              </a:ext>
            </a:extLst>
          </p:cNvPr>
          <p:cNvSpPr txBox="1"/>
          <p:nvPr/>
        </p:nvSpPr>
        <p:spPr>
          <a:xfrm>
            <a:off x="632025" y="3956795"/>
            <a:ext cx="7323255" cy="5668218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JANELA DE REFERÊNCIA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O baseline de comparação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Tipicamente os dados de treino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A fotografia do "mundo esperado"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55" name="TextBox 6">
            <a:extLst>
              <a:ext uri="{FF2B5EF4-FFF2-40B4-BE49-F238E27FC236}">
                <a16:creationId xmlns:a16="http://schemas.microsoft.com/office/drawing/2014/main" id="{9308E0BC-B29F-429F-4841-177AAF806E45}"/>
              </a:ext>
            </a:extLst>
          </p:cNvPr>
          <p:cNvSpPr txBox="1"/>
          <p:nvPr/>
        </p:nvSpPr>
        <p:spPr>
          <a:xfrm>
            <a:off x="9393107" y="4880124"/>
            <a:ext cx="7559870" cy="4744889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JANELA DE ANÁLISE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Dados recentes coletados em produção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Ex: dados da última semana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Comparada estatisticamente à referência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Ref: Huyen, C. (2022). Designing Machine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Learning Systems. O'Reilly Media.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E651B861-229C-4274-AC94-1E224E1EAED2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JANELA DE REFERÊNCIA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VS JANELA DE ANÁLISE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E246EA09-ABE3-3076-03FB-97AB23F374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144D7D88-24C6-8A43-B586-515BBA80E5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89203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PSI &lt; 0,1  ·  0,1 ≤ PSI &lt; 0,2  ·  PSI ≥ 0,2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Faixas de decisão: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1. Menor que 0,1 — distribuição estável, sem drift relevante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2. Entre 0,1 e 0,2 — drift moderado, atenção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3. Maior ou igual a 0,2 — drift significativo, ação necessária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O PSI nasceu no risco de crédito e hoje é padrão de mercado.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Klinkenberg, R. (2004). Population Stability Index.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PSI: INTERPRETANDO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O RESULTADO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CB89C133-E752-2C44-B5C9-B548033CEDC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eeform: Shape 1041">
            <a:extLst>
              <a:ext uri="{FF2B5EF4-FFF2-40B4-BE49-F238E27FC236}">
                <a16:creationId xmlns:a16="http://schemas.microsoft.com/office/drawing/2014/main" id="{2F175625-2DA1-A3DE-30DB-D07F37B17ED5}"/>
              </a:ext>
            </a:extLst>
          </p:cNvPr>
          <p:cNvSpPr/>
          <p:nvPr/>
        </p:nvSpPr>
        <p:spPr>
          <a:xfrm rot="19791614">
            <a:off x="11390046" y="738237"/>
            <a:ext cx="11574731" cy="11404870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18F170F-F362-E056-3510-0C09C9D4D9A2}"/>
              </a:ext>
            </a:extLst>
          </p:cNvPr>
          <p:cNvSpPr txBox="1"/>
          <p:nvPr/>
        </p:nvSpPr>
        <p:spPr>
          <a:xfrm>
            <a:off x="632023" y="3758506"/>
            <a:ext cx="9701015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A SEGUIR: PARTE 03
REAGINDO AO DRIFT</a:t>
            </a:r>
          </a:p>
        </p:txBody>
      </p:sp>
      <p:sp>
        <p:nvSpPr>
          <p:cNvPr id="9" name="Freeform: Shape 40">
            <a:extLst>
              <a:ext uri="{FF2B5EF4-FFF2-40B4-BE49-F238E27FC236}">
                <a16:creationId xmlns:a16="http://schemas.microsoft.com/office/drawing/2014/main" id="{181D5567-6116-2790-00C7-2CCBA698AA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0" name="Freeform: Shape 41">
            <a:extLst>
              <a:ext uri="{FF2B5EF4-FFF2-40B4-BE49-F238E27FC236}">
                <a16:creationId xmlns:a16="http://schemas.microsoft.com/office/drawing/2014/main" id="{5DDDA17D-AF65-9317-C1ED-16BB0630A2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219B-3F91-B578-4084-318A7E102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Imagem 3">
            <a:extLst>
              <a:ext uri="{FF2B5EF4-FFF2-40B4-BE49-F238E27FC236}">
                <a16:creationId xmlns:a16="http://schemas.microsoft.com/office/drawing/2014/main" id="{0C8C86D1-D616-3BA6-F1E5-AE472332B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8000" cy="10287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BFB5D0B-2F02-D8CF-0C7D-B8139B9C2935}"/>
              </a:ext>
            </a:extLst>
          </p:cNvPr>
          <p:cNvSpPr txBox="1"/>
          <p:nvPr/>
        </p:nvSpPr>
        <p:spPr>
          <a:xfrm>
            <a:off x="537147" y="2862314"/>
            <a:ext cx="5258097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>
                    <a:lumMod val="75000"/>
                  </a:schemeClr>
                </a:solidFill>
                <a:latin typeface="GothamHTF-Book" pitchFamily="2" charset="0"/>
                <a:ea typeface="Open Sans" pitchFamily="2" charset="0"/>
                <a:cs typeface="Open Sans" pitchFamily="2" charset="0"/>
              </a:rPr>
              <a:t>Deploy e Monitoramento de ML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393904-2F84-3C8E-54C6-3DA558657CC3}"/>
              </a:ext>
            </a:extLst>
          </p:cNvPr>
          <p:cNvSpPr txBox="1"/>
          <p:nvPr/>
        </p:nvSpPr>
        <p:spPr>
          <a:xfrm>
            <a:off x="537146" y="4033334"/>
            <a:ext cx="1517496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>Monitoramento de Performance e </a:t>
            </a:r>
            <a:r>
              <a:rPr lang="pt-BR" sz="6600" dirty="0" err="1">
                <a:solidFill>
                  <a:schemeClr val="bg2"/>
                </a:solidFill>
                <a:latin typeface="GothamHTF-Book" pitchFamily="2" charset="0"/>
              </a:rPr>
              <a:t>Detecção de Drift</a:t>
            </a:r>
            <a:r>
              <a:rPr lang="pt-BR" sz="6600" dirty="0">
                <a:solidFill>
                  <a:schemeClr val="bg2"/>
                </a:solidFill>
                <a:latin typeface="GothamHTF-Book" pitchFamily="2" charset="0"/>
              </a:rPr>
              <a:t/>
            </a:r>
            <a:endParaRPr lang="en-BR" sz="6600" dirty="0">
              <a:solidFill>
                <a:schemeClr val="bg2"/>
              </a:solidFill>
              <a:latin typeface="GothamHTF-Book" pitchFamily="2" charset="0"/>
            </a:endParaRPr>
          </a:p>
          <a:p>
            <a:r>
              <a:rPr lang="en-US" sz="2800" dirty="0">
                <a:solidFill>
                  <a:schemeClr val="bg2"/>
                </a:solidFill>
                <a:latin typeface="GothamHTF-Book" pitchFamily="2" charset="0"/>
              </a:rPr>
              <a:t>PARTE 03</a:t>
            </a:r>
            <a:endParaRPr lang="en-ID" sz="2800" dirty="0">
              <a:solidFill>
                <a:schemeClr val="accent2"/>
              </a:solidFill>
              <a:latin typeface="GothamHTF-Book" pitchFamily="2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F6B217-2711-3129-CD28-3F91116BE7A7}"/>
              </a:ext>
            </a:extLst>
          </p:cNvPr>
          <p:cNvSpPr txBox="1"/>
          <p:nvPr/>
        </p:nvSpPr>
        <p:spPr>
          <a:xfrm>
            <a:off x="665163" y="9154574"/>
            <a:ext cx="714740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defRPr sz="1050">
                <a:solidFill>
                  <a:srgbClr val="595959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sz="1800" dirty="0">
                <a:solidFill>
                  <a:schemeClr val="bg2">
                    <a:lumMod val="75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Rafael Tavares</a:t>
            </a:r>
            <a:endParaRPr lang="id-ID" sz="1800" dirty="0">
              <a:solidFill>
                <a:schemeClr val="bg2">
                  <a:lumMod val="75000"/>
                </a:schemeClr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A86994D4-9787-A598-F3A5-2AEE26EADBB6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sp>
        <p:nvSpPr>
          <p:cNvPr id="7" name="Freeform: Shape 40">
            <a:extLst>
              <a:ext uri="{FF2B5EF4-FFF2-40B4-BE49-F238E27FC236}">
                <a16:creationId xmlns:a16="http://schemas.microsoft.com/office/drawing/2014/main" id="{FDDD547B-0E4E-1F7D-B7D5-2EB66D23F23E}"/>
              </a:ext>
            </a:extLst>
          </p:cNvPr>
          <p:cNvSpPr/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8" name="Freeform: Shape 41">
            <a:extLst>
              <a:ext uri="{FF2B5EF4-FFF2-40B4-BE49-F238E27FC236}">
                <a16:creationId xmlns:a16="http://schemas.microsoft.com/office/drawing/2014/main" id="{F066CE9D-A32F-F8C2-5B5D-310914A82A01}"/>
              </a:ext>
            </a:extLst>
          </p:cNvPr>
          <p:cNvSpPr/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  <p:extLst>
      <p:ext uri="{BB962C8B-B14F-4D97-AF65-F5344CB8AC3E}">
        <p14:creationId xmlns:p14="http://schemas.microsoft.com/office/powerpoint/2010/main" val="2002973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3005246"/>
            <a:ext cx="12585699" cy="381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• Ferramentas de ML Observability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Evidently AI, NannyML e WhyLogs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Alertas e gatilhos de re-treino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Arquitetura de monitoramento ponta a ponta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Lab GitHub — monitor agendado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Evidently AI Documentation.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PARTE 03 —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REAGINDO AO DRIFT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CD2A0031-E0CE-5D25-C245-F546B99D29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958DDA97-3A59-EAB5-29CB-30DB58682F0C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53" name="TextBox 6">
            <a:extLst>
              <a:ext uri="{FF2B5EF4-FFF2-40B4-BE49-F238E27FC236}">
                <a16:creationId xmlns:a16="http://schemas.microsoft.com/office/drawing/2014/main" id="{CC1A55E6-E3D5-F91D-001F-7EBD3C80BC35}"/>
              </a:ext>
            </a:extLst>
          </p:cNvPr>
          <p:cNvSpPr txBox="1"/>
          <p:nvPr/>
        </p:nvSpPr>
        <p:spPr>
          <a:xfrm>
            <a:off x="632025" y="3956795"/>
            <a:ext cx="7323255" cy="5668218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ALERTAS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Notificam a equipe ao cruzar um limite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Ex: PSI ≥ 0,2 dispara um aviso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Precisam ser acionáveis, sem ruído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55" name="TextBox 6">
            <a:extLst>
              <a:ext uri="{FF2B5EF4-FFF2-40B4-BE49-F238E27FC236}">
                <a16:creationId xmlns:a16="http://schemas.microsoft.com/office/drawing/2014/main" id="{9308E0BC-B29F-429F-4841-177AAF806E45}"/>
              </a:ext>
            </a:extLst>
          </p:cNvPr>
          <p:cNvSpPr txBox="1"/>
          <p:nvPr/>
        </p:nvSpPr>
        <p:spPr>
          <a:xfrm>
            <a:off x="9393107" y="4880124"/>
            <a:ext cx="7559870" cy="4744889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>
            <a:defPPr>
              <a:defRPr lang="en-US"/>
            </a:defPPr>
            <a:lvl1pPr lvl="0" indent="0">
              <a:lnSpc>
                <a:spcPts val="3639"/>
              </a:lnSpc>
              <a:spcBef>
                <a:spcPct val="0"/>
              </a:spcBef>
              <a:defRPr sz="2799" b="1" spc="-69">
                <a:solidFill>
                  <a:srgbClr val="000000"/>
                </a:solidFill>
                <a:ea typeface="Inter Medium"/>
                <a:cs typeface="Inter Medium"/>
              </a:defRPr>
            </a:lvl1pPr>
          </a:lstStyle>
          <a:p>
            <a:pPr>
              <a:lnSpc>
                <a:spcPct val="100000"/>
              </a:lnSpc>
            </a:pPr>
            <a:r>
              <a:rPr sz="4000" b="0" dirty="0">
                <a:solidFill>
                  <a:schemeClr val="bg1"/>
                </a:solidFill>
                <a:latin typeface="GothamHTF-Book"/>
              </a:rPr>
              <a:t>GATILHOS DE RE-TREINO</a:t>
            </a:r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endParaRPr lang="en-US" sz="4000" b="0" spc="0" dirty="0">
              <a:solidFill>
                <a:schemeClr val="bg1"/>
              </a:solidFill>
              <a:latin typeface="GothamHTF-Book" pitchFamily="2" charset="0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Por agendamento (ex: mensal)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Por drift acima do limite aceitável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• Por queda real de performance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endParaRPr sz="2800" b="0" dirty="0">
              <a:solidFill>
                <a:schemeClr val="bg1"/>
              </a:solidFill>
              <a:latin typeface="Roboto Light"/>
            </a:endParaRPr>
          </a:p>
          <a:p>
            <a:endParaRPr sz="2800" b="0" dirty="0">
              <a:solidFill>
                <a:schemeClr val="bg1"/>
              </a:solidFill>
              <a:latin typeface="Roboto Light"/>
            </a:endParaRP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Ref: Gama, J. et al. (2014). A Survey on</a:t>
            </a:r>
            <a:r>
              <a:rPr sz="2800" b="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>Concept Drift Adaptation. ACM.</a:t>
            </a:r>
          </a:p>
          <a:p>
            <a:r>
              <a:rPr sz="2800" b="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E651B861-229C-4274-AC94-1E224E1EAED2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ALERTAS E GATILHOS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DE RE-TREINO</a:t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E246EA09-ABE3-3076-03FB-97AB23F3740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144D7D88-24C6-8A43-B586-515BBA80E5F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73161"/>
            <a:ext cx="12585699" cy="568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Não é preciso implementar os testes do zero: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Evidently AI — relatórios visuais de data drift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NannyML — estima performance sem ground truth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• WhyLogs — perfis estatísticos leves e contínuos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 err="1">
                <a:solidFill>
                  <a:schemeClr val="bg1"/>
                </a:solidFill>
                <a:latin typeface="Roboto Light"/>
              </a:rPr>
              <a:t>O mesmo ecossistema inclui Arize, WhyLabs e Fiddler.</a:t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FERRAMENTAS DE ML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OBSERVABILITY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3D57F-81BF-50B2-77FF-BA0A047E0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lang="en-US" sz="5000" dirty="0">
                <a:latin typeface="GothamHTF-Book" pitchFamily="2" charset="0"/>
              </a:rPr>
              <a:t>LAB GITHUB: MONITORAMENTO DE DRIFT AGENDADO</a:t>
            </a:r>
          </a:p>
          <a:p>
            <a:pPr marL="0" marR="0" lvl="0" indent="0" algn="l" defTabSz="1371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2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Roboto Light" panose="02000000000000000000" pitchFamily="2" charset="0"/>
              <a:ea typeface="Roboto Light" panose="02000000000000000000" pitchFamily="2" charset="0"/>
              <a:cs typeface="Roboto Light" panose="02000000000000000000" pitchFamily="2" charset="0"/>
              <a:sym typeface="Montserrat"/>
            </a:endParaRPr>
          </a:p>
          <a:p>
            <a:pPr>
              <a:defRPr/>
            </a:pPr>
            <a:r>
              <a:rPr kumimoji="0" lang="id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  <a:sym typeface="Montserrat"/>
              </a:rPr>
              <a:t>Rodar o monitoramento à mão não escala. Neste lab, o GitHub Actions executa o nosso cálculo de PSI toda semana, guarda o relatório do Evidently e, quando detecta drift, abre uma issue no repositório: o alerta que chega por e-mail para o time.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D30F59"/>
              </a:solidFill>
              <a:effectLst/>
              <a:uLnTx/>
              <a:uFillTx/>
              <a:latin typeface="GothamHTF-Book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3925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>
            <a:extLst>
              <a:ext uri="{FF2B5EF4-FFF2-40B4-BE49-F238E27FC236}">
                <a16:creationId xmlns:a16="http://schemas.microsoft.com/office/drawing/2014/main" id="{CAE228C2-09A6-6FDF-071F-2EEC7712B6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2E99D1F-DC37-4930-DF04-982637EB97E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3" name="Google Shape;179;p35">
            <a:extLst>
              <a:ext uri="{FF2B5EF4-FFF2-40B4-BE49-F238E27FC236}">
                <a16:creationId xmlns:a16="http://schemas.microsoft.com/office/drawing/2014/main" id="{4C8F2873-D8A0-9261-5722-9D672D42D3A2}"/>
              </a:ext>
            </a:extLst>
          </p:cNvPr>
          <p:cNvSpPr/>
          <p:nvPr/>
        </p:nvSpPr>
        <p:spPr>
          <a:xfrm>
            <a:off x="632024" y="2989203"/>
            <a:ext cx="12585699" cy="6196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68550" rIns="137150" bIns="68550" anchor="b" anchorCtr="0">
            <a:noAutofit/>
          </a:bodyPr>
          <a:lstStyle/>
          <a:p>
            <a:r>
              <a:rPr sz="2800" dirty="0">
                <a:solidFill>
                  <a:schemeClr val="bg1"/>
                </a:solidFill>
                <a:latin typeface="Roboto Light"/>
              </a:rPr>
              <a:t>cron → PSI + Evidently → issue de alerta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Passos do laboratório:</a:t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1. Copie monitoramento.yml para .github/workflows/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2. O cron roda toda segunda (ou use Run workflow)</a:t>
            </a:r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3. O job calcula o PSI de cada feature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4. O relatório do Evidently fica salvo como artefato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  5. PSI ≥ 0,2 abre uma issue de alerta no repositório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O mesmo PSI que vimos, agora rodando sozinho toda semana.</a:t>
            </a:r>
          </a:p>
          <a:p>
            <a:endParaRPr sz="2800" dirty="0">
              <a:solidFill>
                <a:schemeClr val="bg1"/>
              </a:solidFill>
              <a:latin typeface="Roboto Light"/>
            </a:endParaRP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>Ref: GitHub Docs — Events that trigger workflows.</a:t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  <a:r>
              <a:rPr sz="2800" dirty="0" err="1">
                <a:solidFill>
                  <a:schemeClr val="bg1"/>
                </a:solidFill>
                <a:latin typeface="Roboto Light"/>
              </a:rPr>
              <a:t/>
            </a:r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  <a:p>
            <a:r>
              <a:rPr sz="2800" dirty="0">
                <a:solidFill>
                  <a:schemeClr val="bg1"/>
                </a:solidFill>
                <a:latin typeface="Roboto Light"/>
              </a:rPr>
              <a:t/>
            </a:r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4408FC86-CCB4-E2EE-30C0-C132265F74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776BD109-E91E-997F-E5D3-BAD37BEB5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7A883F-1FF0-76A8-05EE-4226BFEB3B2A}"/>
              </a:ext>
            </a:extLst>
          </p:cNvPr>
          <p:cNvSpPr txBox="1"/>
          <p:nvPr/>
        </p:nvSpPr>
        <p:spPr>
          <a:xfrm>
            <a:off x="632024" y="661988"/>
            <a:ext cx="13155414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6000">
                <a:latin typeface="GothamHTF-Book"/>
              </a:rPr>
              <a:t>LAB GITHUB:</a:t>
            </a:r>
          </a:p>
          <a:p>
            <a:r>
              <a:rPr sz="6000">
                <a:solidFill>
                  <a:srgbClr val="D30F59"/>
                </a:solidFill>
                <a:latin typeface="GothamHTF-Book"/>
              </a:rPr>
              <a:t>MONITORAMENTO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">
            <a:extLst>
              <a:ext uri="{FF2B5EF4-FFF2-40B4-BE49-F238E27FC236}">
                <a16:creationId xmlns:a16="http://schemas.microsoft.com/office/drawing/2014/main" id="{468BBA8A-22C8-6A28-E70B-8D0E7588653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1C3561"/>
              </a:gs>
              <a:gs pos="56000">
                <a:schemeClr val="tx1"/>
              </a:gs>
              <a:gs pos="93000">
                <a:srgbClr val="000000"/>
              </a:gs>
              <a:gs pos="100000">
                <a:srgbClr val="0A1424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: Rounded Corners 42">
            <a:extLst>
              <a:ext uri="{FF2B5EF4-FFF2-40B4-BE49-F238E27FC236}">
                <a16:creationId xmlns:a16="http://schemas.microsoft.com/office/drawing/2014/main" id="{86D421AB-244A-67E6-2FBA-03D2D3729937}"/>
              </a:ext>
            </a:extLst>
          </p:cNvPr>
          <p:cNvSpPr/>
          <p:nvPr/>
        </p:nvSpPr>
        <p:spPr>
          <a:xfrm>
            <a:off x="664369" y="661989"/>
            <a:ext cx="16959262" cy="8963024"/>
          </a:xfrm>
          <a:prstGeom prst="snip1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alpha val="1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  <a:tileRect/>
          </a:gradFill>
          <a:ln w="28575">
            <a:solidFill>
              <a:srgbClr val="D30F59">
                <a:alpha val="40000"/>
              </a:srgbClr>
            </a:solidFill>
          </a:ln>
          <a:effectLst>
            <a:outerShdw blurRad="1270000" algn="ctr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7160" tIns="68580" rIns="13716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/>
            <a:endParaRPr lang="en-ID" sz="4050" dirty="0"/>
          </a:p>
        </p:txBody>
      </p:sp>
      <p:sp>
        <p:nvSpPr>
          <p:cNvPr id="7" name="Freeform: Shape 1041">
            <a:extLst>
              <a:ext uri="{FF2B5EF4-FFF2-40B4-BE49-F238E27FC236}">
                <a16:creationId xmlns:a16="http://schemas.microsoft.com/office/drawing/2014/main" id="{F0917BCB-E11F-E30F-3AA9-CBFBF1D3DE3F}"/>
              </a:ext>
            </a:extLst>
          </p:cNvPr>
          <p:cNvSpPr/>
          <p:nvPr/>
        </p:nvSpPr>
        <p:spPr>
          <a:xfrm rot="19791614">
            <a:off x="4632501" y="1217819"/>
            <a:ext cx="9022998" cy="8890584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0">
                <a:srgbClr val="AFAFAF">
                  <a:alpha val="35000"/>
                </a:srgbClr>
              </a:gs>
              <a:gs pos="52000">
                <a:schemeClr val="bg1">
                  <a:lumMod val="85000"/>
                  <a:alpha val="0"/>
                </a:scheme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6" name="Freeform: Shape 40">
            <a:extLst>
              <a:ext uri="{FF2B5EF4-FFF2-40B4-BE49-F238E27FC236}">
                <a16:creationId xmlns:a16="http://schemas.microsoft.com/office/drawing/2014/main" id="{CD15634A-E61B-AEDC-AB74-E49BF3C45F7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8098383" y="661988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17" name="Freeform: Shape 41">
            <a:extLst>
              <a:ext uri="{FF2B5EF4-FFF2-40B4-BE49-F238E27FC236}">
                <a16:creationId xmlns:a16="http://schemas.microsoft.com/office/drawing/2014/main" id="{3FF13037-31DD-FD35-671F-48FCB3486C2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91385" y="6819900"/>
            <a:ext cx="381002" cy="2805113"/>
          </a:xfrm>
          <a:custGeom>
            <a:avLst/>
            <a:gdLst>
              <a:gd name="connsiteX0" fmla="*/ 254001 w 254001"/>
              <a:gd name="connsiteY0" fmla="*/ 1798695 h 1870075"/>
              <a:gd name="connsiteX1" fmla="*/ 254001 w 254001"/>
              <a:gd name="connsiteY1" fmla="*/ 1870075 h 1870075"/>
              <a:gd name="connsiteX2" fmla="*/ 45233 w 254001"/>
              <a:gd name="connsiteY2" fmla="*/ 1870075 h 1870075"/>
              <a:gd name="connsiteX3" fmla="*/ 254001 w 254001"/>
              <a:gd name="connsiteY3" fmla="*/ 1664148 h 1870075"/>
              <a:gd name="connsiteX4" fmla="*/ 254001 w 254001"/>
              <a:gd name="connsiteY4" fmla="*/ 1747120 h 1870075"/>
              <a:gd name="connsiteX5" fmla="*/ 1 w 254001"/>
              <a:gd name="connsiteY5" fmla="*/ 1833966 h 1870075"/>
              <a:gd name="connsiteX6" fmla="*/ 1 w 254001"/>
              <a:gd name="connsiteY6" fmla="*/ 1750993 h 1870075"/>
              <a:gd name="connsiteX7" fmla="*/ 254001 w 254001"/>
              <a:gd name="connsiteY7" fmla="*/ 1528870 h 1870075"/>
              <a:gd name="connsiteX8" fmla="*/ 254001 w 254001"/>
              <a:gd name="connsiteY8" fmla="*/ 1612573 h 1870075"/>
              <a:gd name="connsiteX9" fmla="*/ 1 w 254001"/>
              <a:gd name="connsiteY9" fmla="*/ 1699419 h 1870075"/>
              <a:gd name="connsiteX10" fmla="*/ 1 w 254001"/>
              <a:gd name="connsiteY10" fmla="*/ 1616447 h 1870075"/>
              <a:gd name="connsiteX11" fmla="*/ 241648 w 254001"/>
              <a:gd name="connsiteY11" fmla="*/ 1533825 h 1870075"/>
              <a:gd name="connsiteX12" fmla="*/ 241424 w 254001"/>
              <a:gd name="connsiteY12" fmla="*/ 1533170 h 1870075"/>
              <a:gd name="connsiteX13" fmla="*/ 254001 w 254001"/>
              <a:gd name="connsiteY13" fmla="*/ 1394323 h 1870075"/>
              <a:gd name="connsiteX14" fmla="*/ 254001 w 254001"/>
              <a:gd name="connsiteY14" fmla="*/ 1478026 h 1870075"/>
              <a:gd name="connsiteX15" fmla="*/ 1 w 254001"/>
              <a:gd name="connsiteY15" fmla="*/ 1564872 h 1870075"/>
              <a:gd name="connsiteX16" fmla="*/ 1 w 254001"/>
              <a:gd name="connsiteY16" fmla="*/ 1481900 h 1870075"/>
              <a:gd name="connsiteX17" fmla="*/ 200093 w 254001"/>
              <a:gd name="connsiteY17" fmla="*/ 1413486 h 1870075"/>
              <a:gd name="connsiteX18" fmla="*/ 199869 w 254001"/>
              <a:gd name="connsiteY18" fmla="*/ 1412831 h 1870075"/>
              <a:gd name="connsiteX19" fmla="*/ 254001 w 254001"/>
              <a:gd name="connsiteY19" fmla="*/ 1259777 h 1870075"/>
              <a:gd name="connsiteX20" fmla="*/ 254001 w 254001"/>
              <a:gd name="connsiteY20" fmla="*/ 1342749 h 1870075"/>
              <a:gd name="connsiteX21" fmla="*/ 228387 w 254001"/>
              <a:gd name="connsiteY21" fmla="*/ 1351507 h 1870075"/>
              <a:gd name="connsiteX22" fmla="*/ 228610 w 254001"/>
              <a:gd name="connsiteY22" fmla="*/ 1352162 h 1870075"/>
              <a:gd name="connsiteX23" fmla="*/ 1 w 254001"/>
              <a:gd name="connsiteY23" fmla="*/ 1430326 h 1870075"/>
              <a:gd name="connsiteX24" fmla="*/ 1 w 254001"/>
              <a:gd name="connsiteY24" fmla="*/ 1347354 h 1870075"/>
              <a:gd name="connsiteX25" fmla="*/ 158538 w 254001"/>
              <a:gd name="connsiteY25" fmla="*/ 1293148 h 1870075"/>
              <a:gd name="connsiteX26" fmla="*/ 158314 w 254001"/>
              <a:gd name="connsiteY26" fmla="*/ 1292494 h 1870075"/>
              <a:gd name="connsiteX27" fmla="*/ 254001 w 254001"/>
              <a:gd name="connsiteY27" fmla="*/ 1125230 h 1870075"/>
              <a:gd name="connsiteX28" fmla="*/ 254001 w 254001"/>
              <a:gd name="connsiteY28" fmla="*/ 1208201 h 1870075"/>
              <a:gd name="connsiteX29" fmla="*/ 186830 w 254001"/>
              <a:gd name="connsiteY29" fmla="*/ 1231168 h 1870075"/>
              <a:gd name="connsiteX30" fmla="*/ 187054 w 254001"/>
              <a:gd name="connsiteY30" fmla="*/ 1231824 h 1870075"/>
              <a:gd name="connsiteX31" fmla="*/ 1 w 254001"/>
              <a:gd name="connsiteY31" fmla="*/ 1295779 h 1870075"/>
              <a:gd name="connsiteX32" fmla="*/ 1 w 254001"/>
              <a:gd name="connsiteY32" fmla="*/ 1212807 h 1870075"/>
              <a:gd name="connsiteX33" fmla="*/ 116982 w 254001"/>
              <a:gd name="connsiteY33" fmla="*/ 1172810 h 1870075"/>
              <a:gd name="connsiteX34" fmla="*/ 116758 w 254001"/>
              <a:gd name="connsiteY34" fmla="*/ 1172155 h 1870075"/>
              <a:gd name="connsiteX35" fmla="*/ 254001 w 254001"/>
              <a:gd name="connsiteY35" fmla="*/ 990683 h 1870075"/>
              <a:gd name="connsiteX36" fmla="*/ 254000 w 254001"/>
              <a:gd name="connsiteY36" fmla="*/ 1073656 h 1870075"/>
              <a:gd name="connsiteX37" fmla="*/ 145275 w 254001"/>
              <a:gd name="connsiteY37" fmla="*/ 1110830 h 1870075"/>
              <a:gd name="connsiteX38" fmla="*/ 145499 w 254001"/>
              <a:gd name="connsiteY38" fmla="*/ 1111485 h 1870075"/>
              <a:gd name="connsiteX39" fmla="*/ 1 w 254001"/>
              <a:gd name="connsiteY39" fmla="*/ 1161232 h 1870075"/>
              <a:gd name="connsiteX40" fmla="*/ 1 w 254001"/>
              <a:gd name="connsiteY40" fmla="*/ 1078260 h 1870075"/>
              <a:gd name="connsiteX41" fmla="*/ 75426 w 254001"/>
              <a:gd name="connsiteY41" fmla="*/ 1052471 h 1870075"/>
              <a:gd name="connsiteX42" fmla="*/ 75203 w 254001"/>
              <a:gd name="connsiteY42" fmla="*/ 1051816 h 1870075"/>
              <a:gd name="connsiteX43" fmla="*/ 254001 w 254001"/>
              <a:gd name="connsiteY43" fmla="*/ 856136 h 1870075"/>
              <a:gd name="connsiteX44" fmla="*/ 254000 w 254001"/>
              <a:gd name="connsiteY44" fmla="*/ 939109 h 1870075"/>
              <a:gd name="connsiteX45" fmla="*/ 103719 w 254001"/>
              <a:gd name="connsiteY45" fmla="*/ 990492 h 1870075"/>
              <a:gd name="connsiteX46" fmla="*/ 103943 w 254001"/>
              <a:gd name="connsiteY46" fmla="*/ 991146 h 1870075"/>
              <a:gd name="connsiteX47" fmla="*/ 0 w 254001"/>
              <a:gd name="connsiteY47" fmla="*/ 1026686 h 1870075"/>
              <a:gd name="connsiteX48" fmla="*/ 1 w 254001"/>
              <a:gd name="connsiteY48" fmla="*/ 943713 h 1870075"/>
              <a:gd name="connsiteX49" fmla="*/ 33871 w 254001"/>
              <a:gd name="connsiteY49" fmla="*/ 932133 h 1870075"/>
              <a:gd name="connsiteX50" fmla="*/ 33647 w 254001"/>
              <a:gd name="connsiteY50" fmla="*/ 931478 h 1870075"/>
              <a:gd name="connsiteX51" fmla="*/ 254001 w 254001"/>
              <a:gd name="connsiteY51" fmla="*/ 721589 h 1870075"/>
              <a:gd name="connsiteX52" fmla="*/ 254001 w 254001"/>
              <a:gd name="connsiteY52" fmla="*/ 804561 h 1870075"/>
              <a:gd name="connsiteX53" fmla="*/ 62165 w 254001"/>
              <a:gd name="connsiteY53" fmla="*/ 870153 h 1870075"/>
              <a:gd name="connsiteX54" fmla="*/ 62388 w 254001"/>
              <a:gd name="connsiteY54" fmla="*/ 870807 h 1870075"/>
              <a:gd name="connsiteX55" fmla="*/ 0 w 254001"/>
              <a:gd name="connsiteY55" fmla="*/ 892139 h 1870075"/>
              <a:gd name="connsiteX56" fmla="*/ 0 w 254001"/>
              <a:gd name="connsiteY56" fmla="*/ 808435 h 1870075"/>
              <a:gd name="connsiteX57" fmla="*/ 254001 w 254001"/>
              <a:gd name="connsiteY57" fmla="*/ 587042 h 1870075"/>
              <a:gd name="connsiteX58" fmla="*/ 254001 w 254001"/>
              <a:gd name="connsiteY58" fmla="*/ 670015 h 1870075"/>
              <a:gd name="connsiteX59" fmla="*/ 20608 w 254001"/>
              <a:gd name="connsiteY59" fmla="*/ 749814 h 1870075"/>
              <a:gd name="connsiteX60" fmla="*/ 20832 w 254001"/>
              <a:gd name="connsiteY60" fmla="*/ 750469 h 1870075"/>
              <a:gd name="connsiteX61" fmla="*/ 1 w 254001"/>
              <a:gd name="connsiteY61" fmla="*/ 757591 h 1870075"/>
              <a:gd name="connsiteX62" fmla="*/ 1 w 254001"/>
              <a:gd name="connsiteY62" fmla="*/ 673888 h 1870075"/>
              <a:gd name="connsiteX63" fmla="*/ 254001 w 254001"/>
              <a:gd name="connsiteY63" fmla="*/ 452496 h 1870075"/>
              <a:gd name="connsiteX64" fmla="*/ 254001 w 254001"/>
              <a:gd name="connsiteY64" fmla="*/ 535468 h 1870075"/>
              <a:gd name="connsiteX65" fmla="*/ 1 w 254001"/>
              <a:gd name="connsiteY65" fmla="*/ 622313 h 1870075"/>
              <a:gd name="connsiteX66" fmla="*/ 1 w 254001"/>
              <a:gd name="connsiteY66" fmla="*/ 539341 h 1870075"/>
              <a:gd name="connsiteX67" fmla="*/ 254001 w 254001"/>
              <a:gd name="connsiteY67" fmla="*/ 317949 h 1870075"/>
              <a:gd name="connsiteX68" fmla="*/ 254001 w 254001"/>
              <a:gd name="connsiteY68" fmla="*/ 400921 h 1870075"/>
              <a:gd name="connsiteX69" fmla="*/ 0 w 254001"/>
              <a:gd name="connsiteY69" fmla="*/ 487766 h 1870075"/>
              <a:gd name="connsiteX70" fmla="*/ 1 w 254001"/>
              <a:gd name="connsiteY70" fmla="*/ 404794 h 1870075"/>
              <a:gd name="connsiteX71" fmla="*/ 254001 w 254001"/>
              <a:gd name="connsiteY71" fmla="*/ 183403 h 1870075"/>
              <a:gd name="connsiteX72" fmla="*/ 254001 w 254001"/>
              <a:gd name="connsiteY72" fmla="*/ 266375 h 1870075"/>
              <a:gd name="connsiteX73" fmla="*/ 1 w 254001"/>
              <a:gd name="connsiteY73" fmla="*/ 353220 h 1870075"/>
              <a:gd name="connsiteX74" fmla="*/ 1 w 254001"/>
              <a:gd name="connsiteY74" fmla="*/ 270248 h 1870075"/>
              <a:gd name="connsiteX75" fmla="*/ 254001 w 254001"/>
              <a:gd name="connsiteY75" fmla="*/ 48856 h 1870075"/>
              <a:gd name="connsiteX76" fmla="*/ 254001 w 254001"/>
              <a:gd name="connsiteY76" fmla="*/ 131828 h 1870075"/>
              <a:gd name="connsiteX77" fmla="*/ 1 w 254001"/>
              <a:gd name="connsiteY77" fmla="*/ 218674 h 1870075"/>
              <a:gd name="connsiteX78" fmla="*/ 1 w 254001"/>
              <a:gd name="connsiteY78" fmla="*/ 135701 h 1870075"/>
              <a:gd name="connsiteX79" fmla="*/ 3378 w 254001"/>
              <a:gd name="connsiteY79" fmla="*/ 0 h 1870075"/>
              <a:gd name="connsiteX80" fmla="*/ 246049 w 254001"/>
              <a:gd name="connsiteY80" fmla="*/ 0 h 1870075"/>
              <a:gd name="connsiteX81" fmla="*/ 1 w 254001"/>
              <a:gd name="connsiteY81" fmla="*/ 84127 h 1870075"/>
              <a:gd name="connsiteX82" fmla="*/ 1 w 254001"/>
              <a:gd name="connsiteY82" fmla="*/ 1154 h 187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254001" h="1870075">
                <a:moveTo>
                  <a:pt x="254001" y="1798695"/>
                </a:moveTo>
                <a:lnTo>
                  <a:pt x="254001" y="1870075"/>
                </a:lnTo>
                <a:lnTo>
                  <a:pt x="45233" y="1870075"/>
                </a:lnTo>
                <a:close/>
                <a:moveTo>
                  <a:pt x="254001" y="1664148"/>
                </a:moveTo>
                <a:lnTo>
                  <a:pt x="254001" y="1747120"/>
                </a:lnTo>
                <a:lnTo>
                  <a:pt x="1" y="1833966"/>
                </a:lnTo>
                <a:lnTo>
                  <a:pt x="1" y="1750993"/>
                </a:lnTo>
                <a:close/>
                <a:moveTo>
                  <a:pt x="254001" y="1528870"/>
                </a:moveTo>
                <a:lnTo>
                  <a:pt x="254001" y="1612573"/>
                </a:lnTo>
                <a:lnTo>
                  <a:pt x="1" y="1699419"/>
                </a:lnTo>
                <a:lnTo>
                  <a:pt x="1" y="1616447"/>
                </a:lnTo>
                <a:lnTo>
                  <a:pt x="241648" y="1533825"/>
                </a:lnTo>
                <a:lnTo>
                  <a:pt x="241424" y="1533170"/>
                </a:lnTo>
                <a:close/>
                <a:moveTo>
                  <a:pt x="254001" y="1394323"/>
                </a:moveTo>
                <a:lnTo>
                  <a:pt x="254001" y="1478026"/>
                </a:lnTo>
                <a:lnTo>
                  <a:pt x="1" y="1564872"/>
                </a:lnTo>
                <a:lnTo>
                  <a:pt x="1" y="1481900"/>
                </a:lnTo>
                <a:lnTo>
                  <a:pt x="200093" y="1413486"/>
                </a:lnTo>
                <a:lnTo>
                  <a:pt x="199869" y="1412831"/>
                </a:lnTo>
                <a:close/>
                <a:moveTo>
                  <a:pt x="254001" y="1259777"/>
                </a:moveTo>
                <a:lnTo>
                  <a:pt x="254001" y="1342749"/>
                </a:lnTo>
                <a:lnTo>
                  <a:pt x="228387" y="1351507"/>
                </a:lnTo>
                <a:lnTo>
                  <a:pt x="228610" y="1352162"/>
                </a:lnTo>
                <a:lnTo>
                  <a:pt x="1" y="1430326"/>
                </a:lnTo>
                <a:lnTo>
                  <a:pt x="1" y="1347354"/>
                </a:lnTo>
                <a:lnTo>
                  <a:pt x="158538" y="1293148"/>
                </a:lnTo>
                <a:lnTo>
                  <a:pt x="158314" y="1292494"/>
                </a:lnTo>
                <a:close/>
                <a:moveTo>
                  <a:pt x="254001" y="1125230"/>
                </a:moveTo>
                <a:lnTo>
                  <a:pt x="254001" y="1208201"/>
                </a:lnTo>
                <a:lnTo>
                  <a:pt x="186830" y="1231168"/>
                </a:lnTo>
                <a:lnTo>
                  <a:pt x="187054" y="1231824"/>
                </a:lnTo>
                <a:lnTo>
                  <a:pt x="1" y="1295779"/>
                </a:lnTo>
                <a:lnTo>
                  <a:pt x="1" y="1212807"/>
                </a:lnTo>
                <a:lnTo>
                  <a:pt x="116982" y="1172810"/>
                </a:lnTo>
                <a:lnTo>
                  <a:pt x="116758" y="1172155"/>
                </a:lnTo>
                <a:close/>
                <a:moveTo>
                  <a:pt x="254001" y="990683"/>
                </a:moveTo>
                <a:lnTo>
                  <a:pt x="254000" y="1073656"/>
                </a:lnTo>
                <a:lnTo>
                  <a:pt x="145275" y="1110830"/>
                </a:lnTo>
                <a:lnTo>
                  <a:pt x="145499" y="1111485"/>
                </a:lnTo>
                <a:lnTo>
                  <a:pt x="1" y="1161232"/>
                </a:lnTo>
                <a:lnTo>
                  <a:pt x="1" y="1078260"/>
                </a:lnTo>
                <a:lnTo>
                  <a:pt x="75426" y="1052471"/>
                </a:lnTo>
                <a:lnTo>
                  <a:pt x="75203" y="1051816"/>
                </a:lnTo>
                <a:close/>
                <a:moveTo>
                  <a:pt x="254001" y="856136"/>
                </a:moveTo>
                <a:lnTo>
                  <a:pt x="254000" y="939109"/>
                </a:lnTo>
                <a:lnTo>
                  <a:pt x="103719" y="990492"/>
                </a:lnTo>
                <a:lnTo>
                  <a:pt x="103943" y="991146"/>
                </a:lnTo>
                <a:lnTo>
                  <a:pt x="0" y="1026686"/>
                </a:lnTo>
                <a:lnTo>
                  <a:pt x="1" y="943713"/>
                </a:lnTo>
                <a:lnTo>
                  <a:pt x="33871" y="932133"/>
                </a:lnTo>
                <a:lnTo>
                  <a:pt x="33647" y="931478"/>
                </a:lnTo>
                <a:close/>
                <a:moveTo>
                  <a:pt x="254001" y="721589"/>
                </a:moveTo>
                <a:lnTo>
                  <a:pt x="254001" y="804561"/>
                </a:lnTo>
                <a:lnTo>
                  <a:pt x="62165" y="870153"/>
                </a:lnTo>
                <a:lnTo>
                  <a:pt x="62388" y="870807"/>
                </a:lnTo>
                <a:lnTo>
                  <a:pt x="0" y="892139"/>
                </a:lnTo>
                <a:lnTo>
                  <a:pt x="0" y="808435"/>
                </a:lnTo>
                <a:close/>
                <a:moveTo>
                  <a:pt x="254001" y="587042"/>
                </a:moveTo>
                <a:lnTo>
                  <a:pt x="254001" y="670015"/>
                </a:lnTo>
                <a:lnTo>
                  <a:pt x="20608" y="749814"/>
                </a:lnTo>
                <a:lnTo>
                  <a:pt x="20832" y="750469"/>
                </a:lnTo>
                <a:lnTo>
                  <a:pt x="1" y="757591"/>
                </a:lnTo>
                <a:lnTo>
                  <a:pt x="1" y="673888"/>
                </a:lnTo>
                <a:close/>
                <a:moveTo>
                  <a:pt x="254001" y="452496"/>
                </a:moveTo>
                <a:lnTo>
                  <a:pt x="254001" y="535468"/>
                </a:lnTo>
                <a:lnTo>
                  <a:pt x="1" y="622313"/>
                </a:lnTo>
                <a:lnTo>
                  <a:pt x="1" y="539341"/>
                </a:lnTo>
                <a:close/>
                <a:moveTo>
                  <a:pt x="254001" y="317949"/>
                </a:moveTo>
                <a:lnTo>
                  <a:pt x="254001" y="400921"/>
                </a:lnTo>
                <a:lnTo>
                  <a:pt x="0" y="487766"/>
                </a:lnTo>
                <a:lnTo>
                  <a:pt x="1" y="404794"/>
                </a:lnTo>
                <a:close/>
                <a:moveTo>
                  <a:pt x="254001" y="183403"/>
                </a:moveTo>
                <a:lnTo>
                  <a:pt x="254001" y="266375"/>
                </a:lnTo>
                <a:lnTo>
                  <a:pt x="1" y="353220"/>
                </a:lnTo>
                <a:lnTo>
                  <a:pt x="1" y="270248"/>
                </a:lnTo>
                <a:close/>
                <a:moveTo>
                  <a:pt x="254001" y="48856"/>
                </a:moveTo>
                <a:lnTo>
                  <a:pt x="254001" y="131828"/>
                </a:lnTo>
                <a:lnTo>
                  <a:pt x="1" y="218674"/>
                </a:lnTo>
                <a:lnTo>
                  <a:pt x="1" y="135701"/>
                </a:lnTo>
                <a:close/>
                <a:moveTo>
                  <a:pt x="3378" y="0"/>
                </a:moveTo>
                <a:lnTo>
                  <a:pt x="246049" y="0"/>
                </a:lnTo>
                <a:lnTo>
                  <a:pt x="1" y="84127"/>
                </a:lnTo>
                <a:lnTo>
                  <a:pt x="1" y="1154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D" sz="4050"/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21F8E4-7462-76B7-6E4B-42DEA0ED4F83}"/>
              </a:ext>
            </a:extLst>
          </p:cNvPr>
          <p:cNvSpPr txBox="1"/>
          <p:nvPr/>
        </p:nvSpPr>
        <p:spPr>
          <a:xfrm>
            <a:off x="1583531" y="3281452"/>
            <a:ext cx="15120938" cy="3724096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>
            <a:defPPr>
              <a:defRPr lang="en-US"/>
            </a:defPPr>
            <a:lvl1pPr>
              <a:defRPr sz="7200">
                <a:solidFill>
                  <a:schemeClr val="bg1"/>
                </a:solidFill>
                <a:latin typeface="Manrope" pitchFamily="2" charset="0"/>
                <a:ea typeface="Inter" panose="02000503000000020004" pitchFamily="2" charset="0"/>
                <a:cs typeface="Inter" panose="02000503000000020004" pitchFamily="2" charset="0"/>
              </a:defRPr>
            </a:lvl1pPr>
          </a:lstStyle>
          <a:p>
            <a:r>
              <a:rPr sz="5000">
                <a:latin typeface="GothamHTF-Book"/>
              </a:rPr>
              <a:t>REFERÊNCIAS</a:t>
            </a:r>
          </a:p>
          <a:p>
            <a:endParaRPr sz="5000">
              <a:latin typeface="GothamHTF-Book"/>
            </a:endParaRPr>
          </a:p>
          <a:p>
            <a:r>
              <a:rPr sz="2800" b="0">
                <a:latin typeface="Roboto Light"/>
              </a:rPr>
              <a:t>• Huyen, C. (2022). Designing Machine Learning Systems. O'Reilly Media.</a:t>
            </a:r>
          </a:p>
          <a:p>
            <a:r>
              <a:rPr sz="2800" b="0">
                <a:latin typeface="Roboto Light"/>
              </a:rPr>
              <a:t>• Gama, J. et al. (2014). A Survey on Concept Drift Adaptation. ACM Computing Surveys.</a:t>
            </a:r>
          </a:p>
          <a:p>
            <a:r>
              <a:rPr sz="2800" b="0">
                <a:latin typeface="Roboto Light"/>
              </a:rPr>
              <a:t>• Evidently AI Documentation. https://docs.evidentlyai.com/</a:t>
            </a:r>
          </a:p>
          <a:p>
            <a:r>
              <a:rPr sz="2800" b="0">
                <a:latin typeface="Roboto Light"/>
              </a:rPr>
              <a:t>• NannyML Documentation. https://nannyml.readthedocs.io/</a:t>
            </a:r>
          </a:p>
          <a:p>
            <a:r>
              <a:rPr sz="2800" b="0">
                <a:latin typeface="Roboto Light"/>
              </a:rPr>
              <a:t>• Klinkenberg, R. (2004). Population Stability Index and its use in credit risk.</a:t>
            </a:r>
          </a:p>
          <a:p>
            <a:r>
              <a:rPr sz="2800" b="0">
                <a:latin typeface="Roboto Light"/>
              </a:rPr>
              <a:t>• GitHub Docs — Events that trigger workflows.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1FD36-5D66-780A-9344-14CD25EA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047012D0-09A5-BD98-413D-F42756A191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flip="none" rotWithShape="1">
            <a:gsLst>
              <a:gs pos="0">
                <a:srgbClr val="0B1527"/>
              </a:gs>
              <a:gs pos="37000">
                <a:srgbClr val="000000"/>
              </a:gs>
              <a:gs pos="100000">
                <a:srgbClr val="000000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otham HTF Book"/>
            </a:endParaRPr>
          </a:p>
        </p:txBody>
      </p:sp>
      <p:sp>
        <p:nvSpPr>
          <p:cNvPr id="2" name="Freeform: Shape 34">
            <a:extLst>
              <a:ext uri="{FF2B5EF4-FFF2-40B4-BE49-F238E27FC236}">
                <a16:creationId xmlns:a16="http://schemas.microsoft.com/office/drawing/2014/main" id="{755C72CB-F0DB-45ED-19FB-3B7D243A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529544" y="-388564"/>
            <a:ext cx="11228913" cy="11064128"/>
          </a:xfrm>
          <a:custGeom>
            <a:avLst/>
            <a:gdLst>
              <a:gd name="connsiteX0" fmla="*/ 1824467 w 3648669"/>
              <a:gd name="connsiteY0" fmla="*/ 0 h 3595124"/>
              <a:gd name="connsiteX1" fmla="*/ 1628548 w 3648669"/>
              <a:gd name="connsiteY1" fmla="*/ 10516 h 3595124"/>
              <a:gd name="connsiteX2" fmla="*/ 1203886 w 3648669"/>
              <a:gd name="connsiteY2" fmla="*/ 101998 h 3595124"/>
              <a:gd name="connsiteX3" fmla="*/ 1203462 w 3648669"/>
              <a:gd name="connsiteY3" fmla="*/ 102201 h 3595124"/>
              <a:gd name="connsiteX4" fmla="*/ 1203259 w 3648669"/>
              <a:gd name="connsiteY4" fmla="*/ 102201 h 3595124"/>
              <a:gd name="connsiteX5" fmla="*/ 1191253 w 3648669"/>
              <a:gd name="connsiteY5" fmla="*/ 110829 h 3595124"/>
              <a:gd name="connsiteX6" fmla="*/ 1036178 w 3648669"/>
              <a:gd name="connsiteY6" fmla="*/ 176250 h 3595124"/>
              <a:gd name="connsiteX7" fmla="*/ 628 w 3648669"/>
              <a:gd name="connsiteY7" fmla="*/ 1783690 h 3595124"/>
              <a:gd name="connsiteX8" fmla="*/ 2 w 3648669"/>
              <a:gd name="connsiteY8" fmla="*/ 1785578 h 3595124"/>
              <a:gd name="connsiteX9" fmla="*/ 2 w 3648669"/>
              <a:gd name="connsiteY9" fmla="*/ 1786636 h 3595124"/>
              <a:gd name="connsiteX10" fmla="*/ 400 w 3648669"/>
              <a:gd name="connsiteY10" fmla="*/ 1793147 h 3595124"/>
              <a:gd name="connsiteX11" fmla="*/ 196 w 3648669"/>
              <a:gd name="connsiteY11" fmla="*/ 1797550 h 3595124"/>
              <a:gd name="connsiteX12" fmla="*/ 276295 w 3648669"/>
              <a:gd name="connsiteY12" fmla="*/ 2747637 h 3595124"/>
              <a:gd name="connsiteX13" fmla="*/ 350776 w 3648669"/>
              <a:gd name="connsiteY13" fmla="*/ 2856382 h 3595124"/>
              <a:gd name="connsiteX14" fmla="*/ 1352450 w 3648669"/>
              <a:gd name="connsiteY14" fmla="*/ 3533911 h 3595124"/>
              <a:gd name="connsiteX15" fmla="*/ 1824433 w 3648669"/>
              <a:gd name="connsiteY15" fmla="*/ 3595124 h 3595124"/>
              <a:gd name="connsiteX16" fmla="*/ 1989008 w 3648669"/>
              <a:gd name="connsiteY16" fmla="*/ 3587555 h 3595124"/>
              <a:gd name="connsiteX17" fmla="*/ 1994461 w 3648669"/>
              <a:gd name="connsiteY17" fmla="*/ 3587123 h 3595124"/>
              <a:gd name="connsiteX18" fmla="*/ 2172896 w 3648669"/>
              <a:gd name="connsiteY18" fmla="*/ 3562088 h 3595124"/>
              <a:gd name="connsiteX19" fmla="*/ 2522442 w 3648669"/>
              <a:gd name="connsiteY19" fmla="*/ 3458439 h 3595124"/>
              <a:gd name="connsiteX20" fmla="*/ 3117750 w 3648669"/>
              <a:gd name="connsiteY20" fmla="*/ 3064773 h 3595124"/>
              <a:gd name="connsiteX21" fmla="*/ 3119241 w 3648669"/>
              <a:gd name="connsiteY21" fmla="*/ 3063317 h 3595124"/>
              <a:gd name="connsiteX22" fmla="*/ 3350482 w 3648669"/>
              <a:gd name="connsiteY22" fmla="*/ 2781961 h 3595124"/>
              <a:gd name="connsiteX23" fmla="*/ 3648669 w 3648669"/>
              <a:gd name="connsiteY23" fmla="*/ 1797617 h 3595124"/>
              <a:gd name="connsiteX24" fmla="*/ 3308183 w 3648669"/>
              <a:gd name="connsiteY24" fmla="*/ 752678 h 3595124"/>
              <a:gd name="connsiteX25" fmla="*/ 3300613 w 3648669"/>
              <a:gd name="connsiteY25" fmla="*/ 742391 h 3595124"/>
              <a:gd name="connsiteX26" fmla="*/ 2507524 w 3648669"/>
              <a:gd name="connsiteY26" fmla="*/ 130835 h 3595124"/>
              <a:gd name="connsiteX27" fmla="*/ 2506897 w 3648669"/>
              <a:gd name="connsiteY27" fmla="*/ 130641 h 3595124"/>
              <a:gd name="connsiteX28" fmla="*/ 2049003 w 3648669"/>
              <a:gd name="connsiteY28" fmla="*/ 14122 h 3595124"/>
              <a:gd name="connsiteX29" fmla="*/ 1824467 w 3648669"/>
              <a:gd name="connsiteY29" fmla="*/ 34 h 3595124"/>
              <a:gd name="connsiteX30" fmla="*/ 1787628 w 3648669"/>
              <a:gd name="connsiteY30" fmla="*/ 11150 h 3595124"/>
              <a:gd name="connsiteX31" fmla="*/ 1886316 w 3648669"/>
              <a:gd name="connsiteY31" fmla="*/ 11777 h 3595124"/>
              <a:gd name="connsiteX32" fmla="*/ 2028988 w 3648669"/>
              <a:gd name="connsiteY32" fmla="*/ 20608 h 3595124"/>
              <a:gd name="connsiteX33" fmla="*/ 2053202 w 3648669"/>
              <a:gd name="connsiteY33" fmla="*/ 23783 h 3595124"/>
              <a:gd name="connsiteX34" fmla="*/ 1851823 w 3648669"/>
              <a:gd name="connsiteY34" fmla="*/ 129117 h 3595124"/>
              <a:gd name="connsiteX35" fmla="*/ 1850332 w 3648669"/>
              <a:gd name="connsiteY35" fmla="*/ 129354 h 3595124"/>
              <a:gd name="connsiteX36" fmla="*/ 1831410 w 3648669"/>
              <a:gd name="connsiteY36" fmla="*/ 123664 h 3595124"/>
              <a:gd name="connsiteX37" fmla="*/ 1830360 w 3648669"/>
              <a:gd name="connsiteY37" fmla="*/ 123232 h 3595124"/>
              <a:gd name="connsiteX38" fmla="*/ 1829293 w 3648669"/>
              <a:gd name="connsiteY38" fmla="*/ 123461 h 3595124"/>
              <a:gd name="connsiteX39" fmla="*/ 1811208 w 3648669"/>
              <a:gd name="connsiteY39" fmla="*/ 127432 h 3595124"/>
              <a:gd name="connsiteX40" fmla="*/ 1736921 w 3648669"/>
              <a:gd name="connsiteY40" fmla="*/ 48387 h 3595124"/>
              <a:gd name="connsiteX41" fmla="*/ 1668528 w 3648669"/>
              <a:gd name="connsiteY41" fmla="*/ 20405 h 3595124"/>
              <a:gd name="connsiteX42" fmla="*/ 1647691 w 3648669"/>
              <a:gd name="connsiteY42" fmla="*/ 22521 h 3595124"/>
              <a:gd name="connsiteX43" fmla="*/ 1577613 w 3648669"/>
              <a:gd name="connsiteY43" fmla="*/ 82880 h 3595124"/>
              <a:gd name="connsiteX44" fmla="*/ 1574040 w 3648669"/>
              <a:gd name="connsiteY44" fmla="*/ 90424 h 3595124"/>
              <a:gd name="connsiteX45" fmla="*/ 1421707 w 3648669"/>
              <a:gd name="connsiteY45" fmla="*/ 79079 h 3595124"/>
              <a:gd name="connsiteX46" fmla="*/ 1277741 w 3648669"/>
              <a:gd name="connsiteY46" fmla="*/ 91711 h 3595124"/>
              <a:gd name="connsiteX47" fmla="*/ 1637175 w 3648669"/>
              <a:gd name="connsiteY47" fmla="*/ 18525 h 3595124"/>
              <a:gd name="connsiteX48" fmla="*/ 1638632 w 3648669"/>
              <a:gd name="connsiteY48" fmla="*/ 18322 h 3595124"/>
              <a:gd name="connsiteX49" fmla="*/ 1787628 w 3648669"/>
              <a:gd name="connsiteY49" fmla="*/ 11150 h 3595124"/>
              <a:gd name="connsiteX50" fmla="*/ 1668299 w 3648669"/>
              <a:gd name="connsiteY50" fmla="*/ 28812 h 3595124"/>
              <a:gd name="connsiteX51" fmla="*/ 1731867 w 3648669"/>
              <a:gd name="connsiteY51" fmla="*/ 55101 h 3595124"/>
              <a:gd name="connsiteX52" fmla="*/ 1802344 w 3648669"/>
              <a:gd name="connsiteY52" fmla="*/ 129548 h 3595124"/>
              <a:gd name="connsiteX53" fmla="*/ 1782997 w 3648669"/>
              <a:gd name="connsiteY53" fmla="*/ 133985 h 3595124"/>
              <a:gd name="connsiteX54" fmla="*/ 1582870 w 3648669"/>
              <a:gd name="connsiteY54" fmla="*/ 91482 h 3595124"/>
              <a:gd name="connsiteX55" fmla="*/ 1584758 w 3648669"/>
              <a:gd name="connsiteY55" fmla="*/ 87283 h 3595124"/>
              <a:gd name="connsiteX56" fmla="*/ 1649808 w 3648669"/>
              <a:gd name="connsiteY56" fmla="*/ 30726 h 3595124"/>
              <a:gd name="connsiteX57" fmla="*/ 1668299 w 3648669"/>
              <a:gd name="connsiteY57" fmla="*/ 28812 h 3595124"/>
              <a:gd name="connsiteX58" fmla="*/ 2077180 w 3648669"/>
              <a:gd name="connsiteY58" fmla="*/ 30726 h 3595124"/>
              <a:gd name="connsiteX59" fmla="*/ 2106449 w 3648669"/>
              <a:gd name="connsiteY59" fmla="*/ 33867 h 3595124"/>
              <a:gd name="connsiteX60" fmla="*/ 2214831 w 3648669"/>
              <a:gd name="connsiteY60" fmla="*/ 101371 h 3595124"/>
              <a:gd name="connsiteX61" fmla="*/ 2189990 w 3648669"/>
              <a:gd name="connsiteY61" fmla="*/ 99915 h 3595124"/>
              <a:gd name="connsiteX62" fmla="*/ 1868028 w 3648669"/>
              <a:gd name="connsiteY62" fmla="*/ 126407 h 3595124"/>
              <a:gd name="connsiteX63" fmla="*/ 2077180 w 3648669"/>
              <a:gd name="connsiteY63" fmla="*/ 30726 h 3595124"/>
              <a:gd name="connsiteX64" fmla="*/ 2143686 w 3648669"/>
              <a:gd name="connsiteY64" fmla="*/ 37245 h 3595124"/>
              <a:gd name="connsiteX65" fmla="*/ 2505636 w 3648669"/>
              <a:gd name="connsiteY65" fmla="*/ 139632 h 3595124"/>
              <a:gd name="connsiteX66" fmla="*/ 2530248 w 3648669"/>
              <a:gd name="connsiteY66" fmla="*/ 154356 h 3595124"/>
              <a:gd name="connsiteX67" fmla="*/ 2226176 w 3648669"/>
              <a:gd name="connsiteY67" fmla="*/ 102201 h 3595124"/>
              <a:gd name="connsiteX68" fmla="*/ 2143686 w 3648669"/>
              <a:gd name="connsiteY68" fmla="*/ 37245 h 3595124"/>
              <a:gd name="connsiteX69" fmla="*/ 1332706 w 3648669"/>
              <a:gd name="connsiteY69" fmla="*/ 66675 h 3595124"/>
              <a:gd name="connsiteX70" fmla="*/ 1311438 w 3648669"/>
              <a:gd name="connsiteY70" fmla="*/ 72568 h 3595124"/>
              <a:gd name="connsiteX71" fmla="*/ 1332706 w 3648669"/>
              <a:gd name="connsiteY71" fmla="*/ 66675 h 3595124"/>
              <a:gd name="connsiteX72" fmla="*/ 1421902 w 3648669"/>
              <a:gd name="connsiteY72" fmla="*/ 87283 h 3595124"/>
              <a:gd name="connsiteX73" fmla="*/ 1570272 w 3648669"/>
              <a:gd name="connsiteY73" fmla="*/ 98425 h 3595124"/>
              <a:gd name="connsiteX74" fmla="*/ 1543746 w 3648669"/>
              <a:gd name="connsiteY74" fmla="*/ 160240 h 3595124"/>
              <a:gd name="connsiteX75" fmla="*/ 995995 w 3648669"/>
              <a:gd name="connsiteY75" fmla="*/ 288730 h 3595124"/>
              <a:gd name="connsiteX76" fmla="*/ 1192540 w 3648669"/>
              <a:gd name="connsiteY76" fmla="*/ 120523 h 3595124"/>
              <a:gd name="connsiteX77" fmla="*/ 1211692 w 3648669"/>
              <a:gd name="connsiteY77" fmla="*/ 113572 h 3595124"/>
              <a:gd name="connsiteX78" fmla="*/ 1421902 w 3648669"/>
              <a:gd name="connsiteY78" fmla="*/ 87283 h 3595124"/>
              <a:gd name="connsiteX79" fmla="*/ 1578899 w 3648669"/>
              <a:gd name="connsiteY79" fmla="*/ 99483 h 3595124"/>
              <a:gd name="connsiteX80" fmla="*/ 1765336 w 3648669"/>
              <a:gd name="connsiteY80" fmla="*/ 137947 h 3595124"/>
              <a:gd name="connsiteX81" fmla="*/ 1747674 w 3648669"/>
              <a:gd name="connsiteY81" fmla="*/ 141952 h 3595124"/>
              <a:gd name="connsiteX82" fmla="*/ 1553008 w 3648669"/>
              <a:gd name="connsiteY82" fmla="*/ 158987 h 3595124"/>
              <a:gd name="connsiteX83" fmla="*/ 1578899 w 3648669"/>
              <a:gd name="connsiteY83" fmla="*/ 99483 h 3595124"/>
              <a:gd name="connsiteX84" fmla="*/ 2189795 w 3648669"/>
              <a:gd name="connsiteY84" fmla="*/ 108085 h 3595124"/>
              <a:gd name="connsiteX85" fmla="*/ 2221968 w 3648669"/>
              <a:gd name="connsiteY85" fmla="*/ 110202 h 3595124"/>
              <a:gd name="connsiteX86" fmla="*/ 2266588 w 3648669"/>
              <a:gd name="connsiteY86" fmla="*/ 182330 h 3595124"/>
              <a:gd name="connsiteX87" fmla="*/ 1892039 w 3648669"/>
              <a:gd name="connsiteY87" fmla="*/ 141520 h 3595124"/>
              <a:gd name="connsiteX88" fmla="*/ 1868460 w 3648669"/>
              <a:gd name="connsiteY88" fmla="*/ 134611 h 3595124"/>
              <a:gd name="connsiteX89" fmla="*/ 2189795 w 3648669"/>
              <a:gd name="connsiteY89" fmla="*/ 108085 h 3595124"/>
              <a:gd name="connsiteX90" fmla="*/ 2233347 w 3648669"/>
              <a:gd name="connsiteY90" fmla="*/ 110829 h 3595124"/>
              <a:gd name="connsiteX91" fmla="*/ 2568348 w 3648669"/>
              <a:gd name="connsiteY91" fmla="*/ 177902 h 3595124"/>
              <a:gd name="connsiteX92" fmla="*/ 2679440 w 3648669"/>
              <a:gd name="connsiteY92" fmla="*/ 293590 h 3595124"/>
              <a:gd name="connsiteX93" fmla="*/ 2276875 w 3648669"/>
              <a:gd name="connsiteY93" fmla="*/ 184023 h 3595124"/>
              <a:gd name="connsiteX94" fmla="*/ 2233314 w 3648669"/>
              <a:gd name="connsiteY94" fmla="*/ 110829 h 3595124"/>
              <a:gd name="connsiteX95" fmla="*/ 1830385 w 3648669"/>
              <a:gd name="connsiteY95" fmla="*/ 132063 h 3595124"/>
              <a:gd name="connsiteX96" fmla="*/ 1831647 w 3648669"/>
              <a:gd name="connsiteY96" fmla="*/ 132495 h 3595124"/>
              <a:gd name="connsiteX97" fmla="*/ 1821757 w 3648669"/>
              <a:gd name="connsiteY97" fmla="*/ 134180 h 3595124"/>
              <a:gd name="connsiteX98" fmla="*/ 1830385 w 3648669"/>
              <a:gd name="connsiteY98" fmla="*/ 132063 h 3595124"/>
              <a:gd name="connsiteX99" fmla="*/ 1160367 w 3648669"/>
              <a:gd name="connsiteY99" fmla="*/ 133121 h 3595124"/>
              <a:gd name="connsiteX100" fmla="*/ 981508 w 3648669"/>
              <a:gd name="connsiteY100" fmla="*/ 294420 h 3595124"/>
              <a:gd name="connsiteX101" fmla="*/ 848921 w 3648669"/>
              <a:gd name="connsiteY101" fmla="*/ 350774 h 3595124"/>
              <a:gd name="connsiteX102" fmla="*/ 1030124 w 3648669"/>
              <a:gd name="connsiteY102" fmla="*/ 189044 h 3595124"/>
              <a:gd name="connsiteX103" fmla="*/ 1160367 w 3648669"/>
              <a:gd name="connsiteY103" fmla="*/ 133121 h 3595124"/>
              <a:gd name="connsiteX104" fmla="*/ 1808067 w 3648669"/>
              <a:gd name="connsiteY104" fmla="*/ 137126 h 3595124"/>
              <a:gd name="connsiteX105" fmla="*/ 1809125 w 3648669"/>
              <a:gd name="connsiteY105" fmla="*/ 138379 h 3595124"/>
              <a:gd name="connsiteX106" fmla="*/ 1801319 w 3648669"/>
              <a:gd name="connsiteY106" fmla="*/ 139006 h 3595124"/>
              <a:gd name="connsiteX107" fmla="*/ 1800921 w 3648669"/>
              <a:gd name="connsiteY107" fmla="*/ 138811 h 3595124"/>
              <a:gd name="connsiteX108" fmla="*/ 1853304 w 3648669"/>
              <a:gd name="connsiteY108" fmla="*/ 138811 h 3595124"/>
              <a:gd name="connsiteX109" fmla="*/ 1856682 w 3648669"/>
              <a:gd name="connsiteY109" fmla="*/ 139869 h 3595124"/>
              <a:gd name="connsiteX110" fmla="*/ 1852246 w 3648669"/>
              <a:gd name="connsiteY110" fmla="*/ 139632 h 3595124"/>
              <a:gd name="connsiteX111" fmla="*/ 1828268 w 3648669"/>
              <a:gd name="connsiteY111" fmla="*/ 147015 h 3595124"/>
              <a:gd name="connsiteX112" fmla="*/ 1830588 w 3648669"/>
              <a:gd name="connsiteY112" fmla="*/ 147210 h 3595124"/>
              <a:gd name="connsiteX113" fmla="*/ 1829724 w 3648669"/>
              <a:gd name="connsiteY113" fmla="*/ 147836 h 3595124"/>
              <a:gd name="connsiteX114" fmla="*/ 1842789 w 3648669"/>
              <a:gd name="connsiteY114" fmla="*/ 147642 h 3595124"/>
              <a:gd name="connsiteX115" fmla="*/ 1890549 w 3648669"/>
              <a:gd name="connsiteY115" fmla="*/ 149953 h 3595124"/>
              <a:gd name="connsiteX116" fmla="*/ 2316888 w 3648669"/>
              <a:gd name="connsiteY116" fmla="*/ 307247 h 3595124"/>
              <a:gd name="connsiteX117" fmla="*/ 2331214 w 3648669"/>
              <a:gd name="connsiteY117" fmla="*/ 361916 h 3595124"/>
              <a:gd name="connsiteX118" fmla="*/ 2101225 w 3648669"/>
              <a:gd name="connsiteY118" fmla="*/ 340885 h 3595124"/>
              <a:gd name="connsiteX119" fmla="*/ 1836904 w 3648669"/>
              <a:gd name="connsiteY119" fmla="*/ 152671 h 3595124"/>
              <a:gd name="connsiteX120" fmla="*/ 1791032 w 3648669"/>
              <a:gd name="connsiteY120" fmla="*/ 147836 h 3595124"/>
              <a:gd name="connsiteX121" fmla="*/ 1515366 w 3648669"/>
              <a:gd name="connsiteY121" fmla="*/ 305765 h 3595124"/>
              <a:gd name="connsiteX122" fmla="*/ 1534721 w 3648669"/>
              <a:gd name="connsiteY122" fmla="*/ 217026 h 3595124"/>
              <a:gd name="connsiteX123" fmla="*/ 1537862 w 3648669"/>
              <a:gd name="connsiteY123" fmla="*/ 206942 h 3595124"/>
              <a:gd name="connsiteX124" fmla="*/ 1750621 w 3648669"/>
              <a:gd name="connsiteY124" fmla="*/ 150385 h 3595124"/>
              <a:gd name="connsiteX125" fmla="*/ 1791032 w 3648669"/>
              <a:gd name="connsiteY125" fmla="*/ 147836 h 3595124"/>
              <a:gd name="connsiteX126" fmla="*/ 1806805 w 3648669"/>
              <a:gd name="connsiteY126" fmla="*/ 149098 h 3595124"/>
              <a:gd name="connsiteX127" fmla="*/ 1819836 w 3648669"/>
              <a:gd name="connsiteY127" fmla="*/ 152671 h 3595124"/>
              <a:gd name="connsiteX128" fmla="*/ 1821325 w 3648669"/>
              <a:gd name="connsiteY128" fmla="*/ 154788 h 3595124"/>
              <a:gd name="connsiteX129" fmla="*/ 1817753 w 3648669"/>
              <a:gd name="connsiteY129" fmla="*/ 157929 h 3595124"/>
              <a:gd name="connsiteX130" fmla="*/ 1817524 w 3648669"/>
              <a:gd name="connsiteY130" fmla="*/ 157929 h 3595124"/>
              <a:gd name="connsiteX131" fmla="*/ 1817321 w 3648669"/>
              <a:gd name="connsiteY131" fmla="*/ 158157 h 3595124"/>
              <a:gd name="connsiteX132" fmla="*/ 1684767 w 3648669"/>
              <a:gd name="connsiteY132" fmla="*/ 340885 h 3595124"/>
              <a:gd name="connsiteX133" fmla="*/ 1508195 w 3648669"/>
              <a:gd name="connsiteY133" fmla="*/ 354542 h 3595124"/>
              <a:gd name="connsiteX134" fmla="*/ 1513681 w 3648669"/>
              <a:gd name="connsiteY134" fmla="*/ 316907 h 3595124"/>
              <a:gd name="connsiteX135" fmla="*/ 1806805 w 3648669"/>
              <a:gd name="connsiteY135" fmla="*/ 149098 h 3595124"/>
              <a:gd name="connsiteX136" fmla="*/ 1926135 w 3648669"/>
              <a:gd name="connsiteY136" fmla="*/ 151638 h 3595124"/>
              <a:gd name="connsiteX137" fmla="*/ 2271253 w 3648669"/>
              <a:gd name="connsiteY137" fmla="*/ 191592 h 3595124"/>
              <a:gd name="connsiteX138" fmla="*/ 2287856 w 3648669"/>
              <a:gd name="connsiteY138" fmla="*/ 224604 h 3595124"/>
              <a:gd name="connsiteX139" fmla="*/ 2313120 w 3648669"/>
              <a:gd name="connsiteY139" fmla="*/ 296299 h 3595124"/>
              <a:gd name="connsiteX140" fmla="*/ 1926135 w 3648669"/>
              <a:gd name="connsiteY140" fmla="*/ 151638 h 3595124"/>
              <a:gd name="connsiteX141" fmla="*/ 1699058 w 3648669"/>
              <a:gd name="connsiteY141" fmla="*/ 153331 h 3595124"/>
              <a:gd name="connsiteX142" fmla="*/ 1541037 w 3648669"/>
              <a:gd name="connsiteY142" fmla="*/ 197053 h 3595124"/>
              <a:gd name="connsiteX143" fmla="*/ 1550291 w 3648669"/>
              <a:gd name="connsiteY143" fmla="*/ 167818 h 3595124"/>
              <a:gd name="connsiteX144" fmla="*/ 1699058 w 3648669"/>
              <a:gd name="connsiteY144" fmla="*/ 153331 h 3595124"/>
              <a:gd name="connsiteX145" fmla="*/ 1826584 w 3648669"/>
              <a:gd name="connsiteY145" fmla="*/ 161502 h 3595124"/>
              <a:gd name="connsiteX146" fmla="*/ 1834982 w 3648669"/>
              <a:gd name="connsiteY146" fmla="*/ 172644 h 3595124"/>
              <a:gd name="connsiteX147" fmla="*/ 1835220 w 3648669"/>
              <a:gd name="connsiteY147" fmla="*/ 173075 h 3595124"/>
              <a:gd name="connsiteX148" fmla="*/ 1887408 w 3648669"/>
              <a:gd name="connsiteY148" fmla="*/ 335229 h 3595124"/>
              <a:gd name="connsiteX149" fmla="*/ 1844677 w 3648669"/>
              <a:gd name="connsiteY149" fmla="*/ 335229 h 3595124"/>
              <a:gd name="connsiteX150" fmla="*/ 1715061 w 3648669"/>
              <a:gd name="connsiteY150" fmla="*/ 338997 h 3595124"/>
              <a:gd name="connsiteX151" fmla="*/ 1695486 w 3648669"/>
              <a:gd name="connsiteY151" fmla="*/ 340258 h 3595124"/>
              <a:gd name="connsiteX152" fmla="*/ 1823442 w 3648669"/>
              <a:gd name="connsiteY152" fmla="*/ 164042 h 3595124"/>
              <a:gd name="connsiteX153" fmla="*/ 1826584 w 3648669"/>
              <a:gd name="connsiteY153" fmla="*/ 161502 h 3595124"/>
              <a:gd name="connsiteX154" fmla="*/ 1838361 w 3648669"/>
              <a:gd name="connsiteY154" fmla="*/ 163186 h 3595124"/>
              <a:gd name="connsiteX155" fmla="*/ 2086671 w 3648669"/>
              <a:gd name="connsiteY155" fmla="*/ 340055 h 3595124"/>
              <a:gd name="connsiteX156" fmla="*/ 1896036 w 3648669"/>
              <a:gd name="connsiteY156" fmla="*/ 335195 h 3595124"/>
              <a:gd name="connsiteX157" fmla="*/ 1842992 w 3648669"/>
              <a:gd name="connsiteY157" fmla="*/ 169934 h 3595124"/>
              <a:gd name="connsiteX158" fmla="*/ 1842789 w 3648669"/>
              <a:gd name="connsiteY158" fmla="*/ 169503 h 3595124"/>
              <a:gd name="connsiteX159" fmla="*/ 1842560 w 3648669"/>
              <a:gd name="connsiteY159" fmla="*/ 168876 h 3595124"/>
              <a:gd name="connsiteX160" fmla="*/ 1838361 w 3648669"/>
              <a:gd name="connsiteY160" fmla="*/ 163186 h 3595124"/>
              <a:gd name="connsiteX161" fmla="*/ 2562455 w 3648669"/>
              <a:gd name="connsiteY161" fmla="*/ 163618 h 3595124"/>
              <a:gd name="connsiteX162" fmla="*/ 2618217 w 3648669"/>
              <a:gd name="connsiteY162" fmla="*/ 188849 h 3595124"/>
              <a:gd name="connsiteX163" fmla="*/ 2573208 w 3648669"/>
              <a:gd name="connsiteY163" fmla="*/ 170993 h 3595124"/>
              <a:gd name="connsiteX164" fmla="*/ 2569830 w 3648669"/>
              <a:gd name="connsiteY164" fmla="*/ 168046 h 3595124"/>
              <a:gd name="connsiteX165" fmla="*/ 2569635 w 3648669"/>
              <a:gd name="connsiteY165" fmla="*/ 167818 h 3595124"/>
              <a:gd name="connsiteX166" fmla="*/ 2562455 w 3648669"/>
              <a:gd name="connsiteY166" fmla="*/ 163618 h 3595124"/>
              <a:gd name="connsiteX167" fmla="*/ 1540834 w 3648669"/>
              <a:gd name="connsiteY167" fmla="*/ 169071 h 3595124"/>
              <a:gd name="connsiteX168" fmla="*/ 1531148 w 3648669"/>
              <a:gd name="connsiteY168" fmla="*/ 199991 h 3595124"/>
              <a:gd name="connsiteX169" fmla="*/ 938379 w 3648669"/>
              <a:gd name="connsiteY169" fmla="*/ 455481 h 3595124"/>
              <a:gd name="connsiteX170" fmla="*/ 943832 w 3648669"/>
              <a:gd name="connsiteY170" fmla="*/ 380636 h 3595124"/>
              <a:gd name="connsiteX171" fmla="*/ 987198 w 3648669"/>
              <a:gd name="connsiteY171" fmla="*/ 301134 h 3595124"/>
              <a:gd name="connsiteX172" fmla="*/ 1540834 w 3648669"/>
              <a:gd name="connsiteY172" fmla="*/ 169071 h 3595124"/>
              <a:gd name="connsiteX173" fmla="*/ 2591293 w 3648669"/>
              <a:gd name="connsiteY173" fmla="*/ 186961 h 3595124"/>
              <a:gd name="connsiteX174" fmla="*/ 2880649 w 3648669"/>
              <a:gd name="connsiteY174" fmla="*/ 385894 h 3595124"/>
              <a:gd name="connsiteX175" fmla="*/ 2693562 w 3648669"/>
              <a:gd name="connsiteY175" fmla="*/ 298848 h 3595124"/>
              <a:gd name="connsiteX176" fmla="*/ 2591293 w 3648669"/>
              <a:gd name="connsiteY176" fmla="*/ 186961 h 3595124"/>
              <a:gd name="connsiteX177" fmla="*/ 2281540 w 3648669"/>
              <a:gd name="connsiteY177" fmla="*/ 193277 h 3595124"/>
              <a:gd name="connsiteX178" fmla="*/ 2687872 w 3648669"/>
              <a:gd name="connsiteY178" fmla="*/ 305765 h 3595124"/>
              <a:gd name="connsiteX179" fmla="*/ 2728487 w 3648669"/>
              <a:gd name="connsiteY179" fmla="*/ 430047 h 3595124"/>
              <a:gd name="connsiteX180" fmla="*/ 2726599 w 3648669"/>
              <a:gd name="connsiteY180" fmla="*/ 442883 h 3595124"/>
              <a:gd name="connsiteX181" fmla="*/ 2715025 w 3648669"/>
              <a:gd name="connsiteY181" fmla="*/ 439081 h 3595124"/>
              <a:gd name="connsiteX182" fmla="*/ 2499125 w 3648669"/>
              <a:gd name="connsiteY182" fmla="*/ 388214 h 3595124"/>
              <a:gd name="connsiteX183" fmla="*/ 2323840 w 3648669"/>
              <a:gd name="connsiteY183" fmla="*/ 301134 h 3595124"/>
              <a:gd name="connsiteX184" fmla="*/ 2295628 w 3648669"/>
              <a:gd name="connsiteY184" fmla="*/ 221463 h 3595124"/>
              <a:gd name="connsiteX185" fmla="*/ 2281540 w 3648669"/>
              <a:gd name="connsiteY185" fmla="*/ 193277 h 3595124"/>
              <a:gd name="connsiteX186" fmla="*/ 1528006 w 3648669"/>
              <a:gd name="connsiteY186" fmla="*/ 210083 h 3595124"/>
              <a:gd name="connsiteX187" fmla="*/ 1526517 w 3648669"/>
              <a:gd name="connsiteY187" fmla="*/ 214943 h 3595124"/>
              <a:gd name="connsiteX188" fmla="*/ 1506112 w 3648669"/>
              <a:gd name="connsiteY188" fmla="*/ 312081 h 3595124"/>
              <a:gd name="connsiteX189" fmla="*/ 1433510 w 3648669"/>
              <a:gd name="connsiteY189" fmla="*/ 362551 h 3595124"/>
              <a:gd name="connsiteX190" fmla="*/ 962162 w 3648669"/>
              <a:gd name="connsiteY190" fmla="*/ 451087 h 3595124"/>
              <a:gd name="connsiteX191" fmla="*/ 1528006 w 3648669"/>
              <a:gd name="connsiteY191" fmla="*/ 210083 h 3595124"/>
              <a:gd name="connsiteX192" fmla="*/ 2662438 w 3648669"/>
              <a:gd name="connsiteY192" fmla="*/ 211142 h 3595124"/>
              <a:gd name="connsiteX193" fmla="*/ 2716710 w 3648669"/>
              <a:gd name="connsiteY193" fmla="*/ 240149 h 3595124"/>
              <a:gd name="connsiteX194" fmla="*/ 3153141 w 3648669"/>
              <a:gd name="connsiteY194" fmla="*/ 578908 h 3595124"/>
              <a:gd name="connsiteX195" fmla="*/ 2903569 w 3648669"/>
              <a:gd name="connsiteY195" fmla="*/ 398932 h 3595124"/>
              <a:gd name="connsiteX196" fmla="*/ 2716710 w 3648669"/>
              <a:gd name="connsiteY196" fmla="*/ 240149 h 3595124"/>
              <a:gd name="connsiteX197" fmla="*/ 2662438 w 3648669"/>
              <a:gd name="connsiteY197" fmla="*/ 211142 h 3595124"/>
              <a:gd name="connsiteX198" fmla="*/ 973533 w 3648669"/>
              <a:gd name="connsiteY198" fmla="*/ 217652 h 3595124"/>
              <a:gd name="connsiteX199" fmla="*/ 836314 w 3648669"/>
              <a:gd name="connsiteY199" fmla="*/ 352662 h 3595124"/>
              <a:gd name="connsiteX200" fmla="*/ 831488 w 3648669"/>
              <a:gd name="connsiteY200" fmla="*/ 359605 h 3595124"/>
              <a:gd name="connsiteX201" fmla="*/ 403693 w 3648669"/>
              <a:gd name="connsiteY201" fmla="*/ 684513 h 3595124"/>
              <a:gd name="connsiteX202" fmla="*/ 973533 w 3648669"/>
              <a:gd name="connsiteY202" fmla="*/ 217686 h 3595124"/>
              <a:gd name="connsiteX203" fmla="*/ 972678 w 3648669"/>
              <a:gd name="connsiteY203" fmla="*/ 306620 h 3595124"/>
              <a:gd name="connsiteX204" fmla="*/ 935865 w 3648669"/>
              <a:gd name="connsiteY204" fmla="*/ 378121 h 3595124"/>
              <a:gd name="connsiteX205" fmla="*/ 930378 w 3648669"/>
              <a:gd name="connsiteY205" fmla="*/ 459918 h 3595124"/>
              <a:gd name="connsiteX206" fmla="*/ 775498 w 3648669"/>
              <a:gd name="connsiteY206" fmla="*/ 508068 h 3595124"/>
              <a:gd name="connsiteX207" fmla="*/ 747321 w 3648669"/>
              <a:gd name="connsiteY207" fmla="*/ 518786 h 3595124"/>
              <a:gd name="connsiteX208" fmla="*/ 837177 w 3648669"/>
              <a:gd name="connsiteY208" fmla="*/ 366116 h 3595124"/>
              <a:gd name="connsiteX209" fmla="*/ 972678 w 3648669"/>
              <a:gd name="connsiteY209" fmla="*/ 306620 h 3595124"/>
              <a:gd name="connsiteX210" fmla="*/ 2701360 w 3648669"/>
              <a:gd name="connsiteY210" fmla="*/ 310820 h 3595124"/>
              <a:gd name="connsiteX211" fmla="*/ 2898548 w 3648669"/>
              <a:gd name="connsiteY211" fmla="*/ 405638 h 3595124"/>
              <a:gd name="connsiteX212" fmla="*/ 2925269 w 3648669"/>
              <a:gd name="connsiteY212" fmla="*/ 435737 h 3595124"/>
              <a:gd name="connsiteX213" fmla="*/ 3002925 w 3648669"/>
              <a:gd name="connsiteY213" fmla="*/ 550765 h 3595124"/>
              <a:gd name="connsiteX214" fmla="*/ 2734837 w 3648669"/>
              <a:gd name="connsiteY214" fmla="*/ 445397 h 3595124"/>
              <a:gd name="connsiteX215" fmla="*/ 2736953 w 3648669"/>
              <a:gd name="connsiteY215" fmla="*/ 430479 h 3595124"/>
              <a:gd name="connsiteX216" fmla="*/ 2701360 w 3648669"/>
              <a:gd name="connsiteY216" fmla="*/ 310820 h 3595124"/>
              <a:gd name="connsiteX217" fmla="*/ 2327641 w 3648669"/>
              <a:gd name="connsiteY217" fmla="*/ 312276 h 3595124"/>
              <a:gd name="connsiteX218" fmla="*/ 2473886 w 3648669"/>
              <a:gd name="connsiteY218" fmla="*/ 383777 h 3595124"/>
              <a:gd name="connsiteX219" fmla="*/ 2340239 w 3648669"/>
              <a:gd name="connsiteY219" fmla="*/ 363178 h 3595124"/>
              <a:gd name="connsiteX220" fmla="*/ 2327641 w 3648669"/>
              <a:gd name="connsiteY220" fmla="*/ 312276 h 3595124"/>
              <a:gd name="connsiteX221" fmla="*/ 1504418 w 3648669"/>
              <a:gd name="connsiteY221" fmla="*/ 323223 h 3595124"/>
              <a:gd name="connsiteX222" fmla="*/ 1499559 w 3648669"/>
              <a:gd name="connsiteY222" fmla="*/ 355405 h 3595124"/>
              <a:gd name="connsiteX223" fmla="*/ 1450977 w 3648669"/>
              <a:gd name="connsiteY223" fmla="*/ 360231 h 3595124"/>
              <a:gd name="connsiteX224" fmla="*/ 1504418 w 3648669"/>
              <a:gd name="connsiteY224" fmla="*/ 323223 h 3595124"/>
              <a:gd name="connsiteX225" fmla="*/ 1844677 w 3648669"/>
              <a:gd name="connsiteY225" fmla="*/ 343628 h 3595124"/>
              <a:gd name="connsiteX226" fmla="*/ 1889923 w 3648669"/>
              <a:gd name="connsiteY226" fmla="*/ 343628 h 3595124"/>
              <a:gd name="connsiteX227" fmla="*/ 1990921 w 3648669"/>
              <a:gd name="connsiteY227" fmla="*/ 738124 h 3595124"/>
              <a:gd name="connsiteX228" fmla="*/ 1771880 w 3648669"/>
              <a:gd name="connsiteY228" fmla="*/ 742755 h 3595124"/>
              <a:gd name="connsiteX229" fmla="*/ 1512622 w 3648669"/>
              <a:gd name="connsiteY229" fmla="*/ 724662 h 3595124"/>
              <a:gd name="connsiteX230" fmla="*/ 1689796 w 3648669"/>
              <a:gd name="connsiteY230" fmla="*/ 349089 h 3595124"/>
              <a:gd name="connsiteX231" fmla="*/ 1715492 w 3648669"/>
              <a:gd name="connsiteY231" fmla="*/ 347404 h 3595124"/>
              <a:gd name="connsiteX232" fmla="*/ 1844677 w 3648669"/>
              <a:gd name="connsiteY232" fmla="*/ 343594 h 3595124"/>
              <a:gd name="connsiteX233" fmla="*/ 1898550 w 3648669"/>
              <a:gd name="connsiteY233" fmla="*/ 343628 h 3595124"/>
              <a:gd name="connsiteX234" fmla="*/ 2098050 w 3648669"/>
              <a:gd name="connsiteY234" fmla="*/ 349089 h 3595124"/>
              <a:gd name="connsiteX235" fmla="*/ 2374766 w 3648669"/>
              <a:gd name="connsiteY235" fmla="*/ 610260 h 3595124"/>
              <a:gd name="connsiteX236" fmla="*/ 2382141 w 3648669"/>
              <a:gd name="connsiteY236" fmla="*/ 680280 h 3595124"/>
              <a:gd name="connsiteX237" fmla="*/ 1999557 w 3648669"/>
              <a:gd name="connsiteY237" fmla="*/ 737929 h 3595124"/>
              <a:gd name="connsiteX238" fmla="*/ 1898550 w 3648669"/>
              <a:gd name="connsiteY238" fmla="*/ 343628 h 3595124"/>
              <a:gd name="connsiteX239" fmla="*/ 1679077 w 3648669"/>
              <a:gd name="connsiteY239" fmla="*/ 349716 h 3595124"/>
              <a:gd name="connsiteX240" fmla="*/ 1503792 w 3648669"/>
              <a:gd name="connsiteY240" fmla="*/ 723604 h 3595124"/>
              <a:gd name="connsiteX241" fmla="*/ 1477266 w 3648669"/>
              <a:gd name="connsiteY241" fmla="*/ 720031 h 3595124"/>
              <a:gd name="connsiteX242" fmla="*/ 1506738 w 3648669"/>
              <a:gd name="connsiteY242" fmla="*/ 363178 h 3595124"/>
              <a:gd name="connsiteX243" fmla="*/ 1679077 w 3648669"/>
              <a:gd name="connsiteY243" fmla="*/ 349716 h 3595124"/>
              <a:gd name="connsiteX244" fmla="*/ 2112571 w 3648669"/>
              <a:gd name="connsiteY244" fmla="*/ 350147 h 3595124"/>
              <a:gd name="connsiteX245" fmla="*/ 2333525 w 3648669"/>
              <a:gd name="connsiteY245" fmla="*/ 370747 h 3595124"/>
              <a:gd name="connsiteX246" fmla="*/ 2373081 w 3648669"/>
              <a:gd name="connsiteY246" fmla="*/ 596604 h 3595124"/>
              <a:gd name="connsiteX247" fmla="*/ 2112571 w 3648669"/>
              <a:gd name="connsiteY247" fmla="*/ 350147 h 3595124"/>
              <a:gd name="connsiteX248" fmla="*/ 1498136 w 3648669"/>
              <a:gd name="connsiteY248" fmla="*/ 364033 h 3595124"/>
              <a:gd name="connsiteX249" fmla="*/ 1468672 w 3648669"/>
              <a:gd name="connsiteY249" fmla="*/ 718972 h 3595124"/>
              <a:gd name="connsiteX250" fmla="*/ 1131555 w 3648669"/>
              <a:gd name="connsiteY250" fmla="*/ 633611 h 3595124"/>
              <a:gd name="connsiteX251" fmla="*/ 1436491 w 3648669"/>
              <a:gd name="connsiteY251" fmla="*/ 370747 h 3595124"/>
              <a:gd name="connsiteX252" fmla="*/ 1498136 w 3648669"/>
              <a:gd name="connsiteY252" fmla="*/ 363999 h 3595124"/>
              <a:gd name="connsiteX253" fmla="*/ 2342593 w 3648669"/>
              <a:gd name="connsiteY253" fmla="*/ 372008 h 3595124"/>
              <a:gd name="connsiteX254" fmla="*/ 2496610 w 3648669"/>
              <a:gd name="connsiteY254" fmla="*/ 396181 h 3595124"/>
              <a:gd name="connsiteX255" fmla="*/ 2695907 w 3648669"/>
              <a:gd name="connsiteY255" fmla="*/ 515645 h 3595124"/>
              <a:gd name="connsiteX256" fmla="*/ 2579753 w 3648669"/>
              <a:gd name="connsiteY256" fmla="*/ 608576 h 3595124"/>
              <a:gd name="connsiteX257" fmla="*/ 2435193 w 3648669"/>
              <a:gd name="connsiteY257" fmla="*/ 665793 h 3595124"/>
              <a:gd name="connsiteX258" fmla="*/ 2382776 w 3648669"/>
              <a:gd name="connsiteY258" fmla="*/ 606696 h 3595124"/>
              <a:gd name="connsiteX259" fmla="*/ 2342593 w 3648669"/>
              <a:gd name="connsiteY259" fmla="*/ 372008 h 3595124"/>
              <a:gd name="connsiteX260" fmla="*/ 1418795 w 3648669"/>
              <a:gd name="connsiteY260" fmla="*/ 373067 h 3595124"/>
              <a:gd name="connsiteX261" fmla="*/ 1123588 w 3648669"/>
              <a:gd name="connsiteY261" fmla="*/ 630039 h 3595124"/>
              <a:gd name="connsiteX262" fmla="*/ 1021522 w 3648669"/>
              <a:gd name="connsiteY262" fmla="*/ 574082 h 3595124"/>
              <a:gd name="connsiteX263" fmla="*/ 947007 w 3648669"/>
              <a:gd name="connsiteY263" fmla="*/ 486207 h 3595124"/>
              <a:gd name="connsiteX264" fmla="*/ 940496 w 3648669"/>
              <a:gd name="connsiteY264" fmla="*/ 465802 h 3595124"/>
              <a:gd name="connsiteX265" fmla="*/ 1418795 w 3648669"/>
              <a:gd name="connsiteY265" fmla="*/ 373067 h 3595124"/>
              <a:gd name="connsiteX266" fmla="*/ 821167 w 3648669"/>
              <a:gd name="connsiteY266" fmla="*/ 374125 h 3595124"/>
              <a:gd name="connsiteX267" fmla="*/ 736170 w 3648669"/>
              <a:gd name="connsiteY267" fmla="*/ 523215 h 3595124"/>
              <a:gd name="connsiteX268" fmla="*/ 392110 w 3648669"/>
              <a:gd name="connsiteY268" fmla="*/ 712064 h 3595124"/>
              <a:gd name="connsiteX269" fmla="*/ 407689 w 3648669"/>
              <a:gd name="connsiteY269" fmla="*/ 692480 h 3595124"/>
              <a:gd name="connsiteX270" fmla="*/ 821200 w 3648669"/>
              <a:gd name="connsiteY270" fmla="*/ 374091 h 3595124"/>
              <a:gd name="connsiteX271" fmla="*/ 2522933 w 3648669"/>
              <a:gd name="connsiteY271" fmla="*/ 401438 h 3595124"/>
              <a:gd name="connsiteX272" fmla="*/ 2712544 w 3648669"/>
              <a:gd name="connsiteY272" fmla="*/ 447082 h 3595124"/>
              <a:gd name="connsiteX273" fmla="*/ 2725371 w 3648669"/>
              <a:gd name="connsiteY273" fmla="*/ 451282 h 3595124"/>
              <a:gd name="connsiteX274" fmla="*/ 2700767 w 3648669"/>
              <a:gd name="connsiteY274" fmla="*/ 509126 h 3595124"/>
              <a:gd name="connsiteX275" fmla="*/ 2522933 w 3648669"/>
              <a:gd name="connsiteY275" fmla="*/ 401438 h 3595124"/>
              <a:gd name="connsiteX276" fmla="*/ 2921493 w 3648669"/>
              <a:gd name="connsiteY276" fmla="*/ 419100 h 3595124"/>
              <a:gd name="connsiteX277" fmla="*/ 3249779 w 3648669"/>
              <a:gd name="connsiteY277" fmla="*/ 691625 h 3595124"/>
              <a:gd name="connsiteX278" fmla="*/ 3296481 w 3648669"/>
              <a:gd name="connsiteY278" fmla="*/ 750722 h 3595124"/>
              <a:gd name="connsiteX279" fmla="*/ 3334581 w 3648669"/>
              <a:gd name="connsiteY279" fmla="*/ 805823 h 3595124"/>
              <a:gd name="connsiteX280" fmla="*/ 3016184 w 3648669"/>
              <a:gd name="connsiteY280" fmla="*/ 557047 h 3595124"/>
              <a:gd name="connsiteX281" fmla="*/ 2931780 w 3648669"/>
              <a:gd name="connsiteY281" fmla="*/ 430445 h 3595124"/>
              <a:gd name="connsiteX282" fmla="*/ 2921493 w 3648669"/>
              <a:gd name="connsiteY282" fmla="*/ 419100 h 3595124"/>
              <a:gd name="connsiteX283" fmla="*/ 2733575 w 3648669"/>
              <a:gd name="connsiteY283" fmla="*/ 453830 h 3595124"/>
              <a:gd name="connsiteX284" fmla="*/ 3010096 w 3648669"/>
              <a:gd name="connsiteY284" fmla="*/ 563364 h 3595124"/>
              <a:gd name="connsiteX285" fmla="*/ 3126454 w 3648669"/>
              <a:gd name="connsiteY285" fmla="*/ 875843 h 3595124"/>
              <a:gd name="connsiteX286" fmla="*/ 2707710 w 3648669"/>
              <a:gd name="connsiteY286" fmla="*/ 513723 h 3595124"/>
              <a:gd name="connsiteX287" fmla="*/ 2733609 w 3648669"/>
              <a:gd name="connsiteY287" fmla="*/ 453796 h 3595124"/>
              <a:gd name="connsiteX288" fmla="*/ 932495 w 3648669"/>
              <a:gd name="connsiteY288" fmla="*/ 468749 h 3595124"/>
              <a:gd name="connsiteX289" fmla="*/ 939209 w 3648669"/>
              <a:gd name="connsiteY289" fmla="*/ 489551 h 3595124"/>
              <a:gd name="connsiteX290" fmla="*/ 1016468 w 3648669"/>
              <a:gd name="connsiteY290" fmla="*/ 580830 h 3595124"/>
              <a:gd name="connsiteX291" fmla="*/ 1117238 w 3648669"/>
              <a:gd name="connsiteY291" fmla="*/ 636753 h 3595124"/>
              <a:gd name="connsiteX292" fmla="*/ 714080 w 3648669"/>
              <a:gd name="connsiteY292" fmla="*/ 1206669 h 3595124"/>
              <a:gd name="connsiteX293" fmla="*/ 689443 w 3648669"/>
              <a:gd name="connsiteY293" fmla="*/ 1214010 h 3595124"/>
              <a:gd name="connsiteX294" fmla="*/ 628220 w 3648669"/>
              <a:gd name="connsiteY294" fmla="*/ 1236303 h 3595124"/>
              <a:gd name="connsiteX295" fmla="*/ 705216 w 3648669"/>
              <a:gd name="connsiteY295" fmla="*/ 623528 h 3595124"/>
              <a:gd name="connsiteX296" fmla="*/ 932495 w 3648669"/>
              <a:gd name="connsiteY296" fmla="*/ 468749 h 3595124"/>
              <a:gd name="connsiteX297" fmla="*/ 903886 w 3648669"/>
              <a:gd name="connsiteY297" fmla="*/ 476123 h 3595124"/>
              <a:gd name="connsiteX298" fmla="*/ 710905 w 3648669"/>
              <a:gd name="connsiteY298" fmla="*/ 608381 h 3595124"/>
              <a:gd name="connsiteX299" fmla="*/ 742452 w 3648669"/>
              <a:gd name="connsiteY299" fmla="*/ 529734 h 3595124"/>
              <a:gd name="connsiteX300" fmla="*/ 778241 w 3648669"/>
              <a:gd name="connsiteY300" fmla="*/ 516069 h 3595124"/>
              <a:gd name="connsiteX301" fmla="*/ 903886 w 3648669"/>
              <a:gd name="connsiteY301" fmla="*/ 476123 h 3595124"/>
              <a:gd name="connsiteX302" fmla="*/ 2702849 w 3648669"/>
              <a:gd name="connsiteY302" fmla="*/ 520277 h 3595124"/>
              <a:gd name="connsiteX303" fmla="*/ 3130018 w 3648669"/>
              <a:gd name="connsiteY303" fmla="*/ 892048 h 3595124"/>
              <a:gd name="connsiteX304" fmla="*/ 3164554 w 3648669"/>
              <a:gd name="connsiteY304" fmla="*/ 1294545 h 3595124"/>
              <a:gd name="connsiteX305" fmla="*/ 3124761 w 3648669"/>
              <a:gd name="connsiteY305" fmla="*/ 1277281 h 3595124"/>
              <a:gd name="connsiteX306" fmla="*/ 2775646 w 3648669"/>
              <a:gd name="connsiteY306" fmla="*/ 1170881 h 3595124"/>
              <a:gd name="connsiteX307" fmla="*/ 2440849 w 3648669"/>
              <a:gd name="connsiteY307" fmla="*/ 672702 h 3595124"/>
              <a:gd name="connsiteX308" fmla="*/ 2583758 w 3648669"/>
              <a:gd name="connsiteY308" fmla="*/ 615916 h 3595124"/>
              <a:gd name="connsiteX309" fmla="*/ 2702849 w 3648669"/>
              <a:gd name="connsiteY309" fmla="*/ 520243 h 3595124"/>
              <a:gd name="connsiteX310" fmla="*/ 731344 w 3648669"/>
              <a:gd name="connsiteY310" fmla="*/ 533933 h 3595124"/>
              <a:gd name="connsiteX311" fmla="*/ 698104 w 3648669"/>
              <a:gd name="connsiteY311" fmla="*/ 618465 h 3595124"/>
              <a:gd name="connsiteX312" fmla="*/ 284795 w 3648669"/>
              <a:gd name="connsiteY312" fmla="*/ 1067630 h 3595124"/>
              <a:gd name="connsiteX313" fmla="*/ 284990 w 3648669"/>
              <a:gd name="connsiteY313" fmla="*/ 871008 h 3595124"/>
              <a:gd name="connsiteX314" fmla="*/ 290679 w 3648669"/>
              <a:gd name="connsiteY314" fmla="*/ 859036 h 3595124"/>
              <a:gd name="connsiteX315" fmla="*/ 353383 w 3648669"/>
              <a:gd name="connsiteY315" fmla="*/ 762296 h 3595124"/>
              <a:gd name="connsiteX316" fmla="*/ 731344 w 3648669"/>
              <a:gd name="connsiteY316" fmla="*/ 533933 h 3595124"/>
              <a:gd name="connsiteX317" fmla="*/ 3023364 w 3648669"/>
              <a:gd name="connsiteY317" fmla="*/ 569680 h 3595124"/>
              <a:gd name="connsiteX318" fmla="*/ 3385941 w 3648669"/>
              <a:gd name="connsiteY318" fmla="*/ 893301 h 3595124"/>
              <a:gd name="connsiteX319" fmla="*/ 3333548 w 3648669"/>
              <a:gd name="connsiteY319" fmla="*/ 1157851 h 3595124"/>
              <a:gd name="connsiteX320" fmla="*/ 3138256 w 3648669"/>
              <a:gd name="connsiteY320" fmla="*/ 889102 h 3595124"/>
              <a:gd name="connsiteX321" fmla="*/ 3023364 w 3648669"/>
              <a:gd name="connsiteY321" fmla="*/ 569680 h 3595124"/>
              <a:gd name="connsiteX322" fmla="*/ 2384495 w 3648669"/>
              <a:gd name="connsiteY322" fmla="*/ 620353 h 3595124"/>
              <a:gd name="connsiteX323" fmla="*/ 2426794 w 3648669"/>
              <a:gd name="connsiteY323" fmla="*/ 668503 h 3595124"/>
              <a:gd name="connsiteX324" fmla="*/ 2390379 w 3648669"/>
              <a:gd name="connsiteY324" fmla="*/ 678197 h 3595124"/>
              <a:gd name="connsiteX325" fmla="*/ 2384495 w 3648669"/>
              <a:gd name="connsiteY325" fmla="*/ 620353 h 3595124"/>
              <a:gd name="connsiteX326" fmla="*/ 693472 w 3648669"/>
              <a:gd name="connsiteY326" fmla="*/ 632985 h 3595124"/>
              <a:gd name="connsiteX327" fmla="*/ 619821 w 3648669"/>
              <a:gd name="connsiteY327" fmla="*/ 1239444 h 3595124"/>
              <a:gd name="connsiteX328" fmla="*/ 481145 w 3648669"/>
              <a:gd name="connsiteY328" fmla="*/ 1296661 h 3595124"/>
              <a:gd name="connsiteX329" fmla="*/ 345019 w 3648669"/>
              <a:gd name="connsiteY329" fmla="*/ 1176376 h 3595124"/>
              <a:gd name="connsiteX330" fmla="*/ 288393 w 3648669"/>
              <a:gd name="connsiteY330" fmla="*/ 1077519 h 3595124"/>
              <a:gd name="connsiteX331" fmla="*/ 693472 w 3648669"/>
              <a:gd name="connsiteY331" fmla="*/ 632985 h 3595124"/>
              <a:gd name="connsiteX332" fmla="*/ 1125272 w 3648669"/>
              <a:gd name="connsiteY332" fmla="*/ 640326 h 3595124"/>
              <a:gd name="connsiteX333" fmla="*/ 1468469 w 3648669"/>
              <a:gd name="connsiteY333" fmla="*/ 727608 h 3595124"/>
              <a:gd name="connsiteX334" fmla="*/ 1465531 w 3648669"/>
              <a:gd name="connsiteY334" fmla="*/ 835491 h 3595124"/>
              <a:gd name="connsiteX335" fmla="*/ 1395046 w 3648669"/>
              <a:gd name="connsiteY335" fmla="*/ 1079009 h 3595124"/>
              <a:gd name="connsiteX336" fmla="*/ 725256 w 3648669"/>
              <a:gd name="connsiteY336" fmla="*/ 1203291 h 3595124"/>
              <a:gd name="connsiteX337" fmla="*/ 1125272 w 3648669"/>
              <a:gd name="connsiteY337" fmla="*/ 640326 h 3595124"/>
              <a:gd name="connsiteX338" fmla="*/ 2432484 w 3648669"/>
              <a:gd name="connsiteY338" fmla="*/ 675454 h 3595124"/>
              <a:gd name="connsiteX339" fmla="*/ 2764733 w 3648669"/>
              <a:gd name="connsiteY339" fmla="*/ 1168171 h 3595124"/>
              <a:gd name="connsiteX340" fmla="*/ 2403841 w 3648669"/>
              <a:gd name="connsiteY340" fmla="*/ 1102157 h 3595124"/>
              <a:gd name="connsiteX341" fmla="*/ 2391005 w 3648669"/>
              <a:gd name="connsiteY341" fmla="*/ 686825 h 3595124"/>
              <a:gd name="connsiteX342" fmla="*/ 2432484 w 3648669"/>
              <a:gd name="connsiteY342" fmla="*/ 675454 h 3595124"/>
              <a:gd name="connsiteX343" fmla="*/ 2382810 w 3648669"/>
              <a:gd name="connsiteY343" fmla="*/ 688916 h 3595124"/>
              <a:gd name="connsiteX344" fmla="*/ 2395442 w 3648669"/>
              <a:gd name="connsiteY344" fmla="*/ 1101065 h 3595124"/>
              <a:gd name="connsiteX345" fmla="*/ 2063582 w 3648669"/>
              <a:gd name="connsiteY345" fmla="*/ 1070178 h 3595124"/>
              <a:gd name="connsiteX346" fmla="*/ 2001505 w 3648669"/>
              <a:gd name="connsiteY346" fmla="*/ 746125 h 3595124"/>
              <a:gd name="connsiteX347" fmla="*/ 2382810 w 3648669"/>
              <a:gd name="connsiteY347" fmla="*/ 688916 h 3595124"/>
              <a:gd name="connsiteX348" fmla="*/ 1476901 w 3648669"/>
              <a:gd name="connsiteY348" fmla="*/ 728667 h 3595124"/>
              <a:gd name="connsiteX349" fmla="*/ 1500685 w 3648669"/>
              <a:gd name="connsiteY349" fmla="*/ 731808 h 3595124"/>
              <a:gd name="connsiteX350" fmla="*/ 1474591 w 3648669"/>
              <a:gd name="connsiteY350" fmla="*/ 809202 h 3595124"/>
              <a:gd name="connsiteX351" fmla="*/ 1476901 w 3648669"/>
              <a:gd name="connsiteY351" fmla="*/ 728667 h 3595124"/>
              <a:gd name="connsiteX352" fmla="*/ 1509516 w 3648669"/>
              <a:gd name="connsiteY352" fmla="*/ 732866 h 3595124"/>
              <a:gd name="connsiteX353" fmla="*/ 1771720 w 3648669"/>
              <a:gd name="connsiteY353" fmla="*/ 751154 h 3595124"/>
              <a:gd name="connsiteX354" fmla="*/ 1992877 w 3648669"/>
              <a:gd name="connsiteY354" fmla="*/ 746523 h 3595124"/>
              <a:gd name="connsiteX355" fmla="*/ 2054955 w 3648669"/>
              <a:gd name="connsiteY355" fmla="*/ 1069746 h 3595124"/>
              <a:gd name="connsiteX356" fmla="*/ 1935660 w 3648669"/>
              <a:gd name="connsiteY356" fmla="*/ 1063862 h 3595124"/>
              <a:gd name="connsiteX357" fmla="*/ 1770458 w 3648669"/>
              <a:gd name="connsiteY357" fmla="*/ 1061542 h 3595124"/>
              <a:gd name="connsiteX358" fmla="*/ 1475454 w 3648669"/>
              <a:gd name="connsiteY358" fmla="*/ 1072261 h 3595124"/>
              <a:gd name="connsiteX359" fmla="*/ 1474192 w 3648669"/>
              <a:gd name="connsiteY359" fmla="*/ 836515 h 3595124"/>
              <a:gd name="connsiteX360" fmla="*/ 1509549 w 3648669"/>
              <a:gd name="connsiteY360" fmla="*/ 732866 h 3595124"/>
              <a:gd name="connsiteX361" fmla="*/ 288791 w 3648669"/>
              <a:gd name="connsiteY361" fmla="*/ 843263 h 3595124"/>
              <a:gd name="connsiteX362" fmla="*/ 283965 w 3648669"/>
              <a:gd name="connsiteY362" fmla="*/ 853584 h 3595124"/>
              <a:gd name="connsiteX363" fmla="*/ 124656 w 3648669"/>
              <a:gd name="connsiteY363" fmla="*/ 1392140 h 3595124"/>
              <a:gd name="connsiteX364" fmla="*/ 56491 w 3648669"/>
              <a:gd name="connsiteY364" fmla="*/ 1647198 h 3595124"/>
              <a:gd name="connsiteX365" fmla="*/ 9357 w 3648669"/>
              <a:gd name="connsiteY365" fmla="*/ 1755081 h 3595124"/>
              <a:gd name="connsiteX366" fmla="*/ 288791 w 3648669"/>
              <a:gd name="connsiteY366" fmla="*/ 843297 h 3595124"/>
              <a:gd name="connsiteX367" fmla="*/ 1465328 w 3648669"/>
              <a:gd name="connsiteY367" fmla="*/ 862609 h 3595124"/>
              <a:gd name="connsiteX368" fmla="*/ 1467013 w 3648669"/>
              <a:gd name="connsiteY368" fmla="*/ 1072888 h 3595124"/>
              <a:gd name="connsiteX369" fmla="*/ 1404114 w 3648669"/>
              <a:gd name="connsiteY369" fmla="*/ 1078145 h 3595124"/>
              <a:gd name="connsiteX370" fmla="*/ 1465328 w 3648669"/>
              <a:gd name="connsiteY370" fmla="*/ 862609 h 3595124"/>
              <a:gd name="connsiteX371" fmla="*/ 270071 w 3648669"/>
              <a:gd name="connsiteY371" fmla="*/ 896679 h 3595124"/>
              <a:gd name="connsiteX372" fmla="*/ 278936 w 3648669"/>
              <a:gd name="connsiteY372" fmla="*/ 1076892 h 3595124"/>
              <a:gd name="connsiteX373" fmla="*/ 135206 w 3648669"/>
              <a:gd name="connsiteY373" fmla="*/ 1363531 h 3595124"/>
              <a:gd name="connsiteX374" fmla="*/ 270071 w 3648669"/>
              <a:gd name="connsiteY374" fmla="*/ 896679 h 3595124"/>
              <a:gd name="connsiteX375" fmla="*/ 3141728 w 3648669"/>
              <a:gd name="connsiteY375" fmla="*/ 905307 h 3595124"/>
              <a:gd name="connsiteX376" fmla="*/ 3328596 w 3648669"/>
              <a:gd name="connsiteY376" fmla="*/ 1165428 h 3595124"/>
              <a:gd name="connsiteX377" fmla="*/ 3302298 w 3648669"/>
              <a:gd name="connsiteY377" fmla="*/ 1198033 h 3595124"/>
              <a:gd name="connsiteX378" fmla="*/ 3179201 w 3648669"/>
              <a:gd name="connsiteY378" fmla="*/ 1300861 h 3595124"/>
              <a:gd name="connsiteX379" fmla="*/ 3172885 w 3648669"/>
              <a:gd name="connsiteY379" fmla="*/ 1298118 h 3595124"/>
              <a:gd name="connsiteX380" fmla="*/ 3141728 w 3648669"/>
              <a:gd name="connsiteY380" fmla="*/ 905307 h 3595124"/>
              <a:gd name="connsiteX381" fmla="*/ 3398242 w 3648669"/>
              <a:gd name="connsiteY381" fmla="*/ 916881 h 3595124"/>
              <a:gd name="connsiteX382" fmla="*/ 3530398 w 3648669"/>
              <a:gd name="connsiteY382" fmla="*/ 1529232 h 3595124"/>
              <a:gd name="connsiteX383" fmla="*/ 3505761 w 3648669"/>
              <a:gd name="connsiteY383" fmla="*/ 1503367 h 3595124"/>
              <a:gd name="connsiteX384" fmla="*/ 3485356 w 3648669"/>
              <a:gd name="connsiteY384" fmla="*/ 1486103 h 3595124"/>
              <a:gd name="connsiteX385" fmla="*/ 3338281 w 3648669"/>
              <a:gd name="connsiteY385" fmla="*/ 1165860 h 3595124"/>
              <a:gd name="connsiteX386" fmla="*/ 3398242 w 3648669"/>
              <a:gd name="connsiteY386" fmla="*/ 916847 h 3595124"/>
              <a:gd name="connsiteX387" fmla="*/ 3422025 w 3648669"/>
              <a:gd name="connsiteY387" fmla="*/ 946082 h 3595124"/>
              <a:gd name="connsiteX388" fmla="*/ 3639839 w 3648669"/>
              <a:gd name="connsiteY388" fmla="*/ 1752338 h 3595124"/>
              <a:gd name="connsiteX389" fmla="*/ 3538603 w 3648669"/>
              <a:gd name="connsiteY389" fmla="*/ 1537860 h 3595124"/>
              <a:gd name="connsiteX390" fmla="*/ 3422025 w 3648669"/>
              <a:gd name="connsiteY390" fmla="*/ 946082 h 3595124"/>
              <a:gd name="connsiteX391" fmla="*/ 1770365 w 3648669"/>
              <a:gd name="connsiteY391" fmla="*/ 1070178 h 3595124"/>
              <a:gd name="connsiteX392" fmla="*/ 1935329 w 3648669"/>
              <a:gd name="connsiteY392" fmla="*/ 1072261 h 3595124"/>
              <a:gd name="connsiteX393" fmla="*/ 2056344 w 3648669"/>
              <a:gd name="connsiteY393" fmla="*/ 1078145 h 3595124"/>
              <a:gd name="connsiteX394" fmla="*/ 2124111 w 3648669"/>
              <a:gd name="connsiteY394" fmla="*/ 1574436 h 3595124"/>
              <a:gd name="connsiteX395" fmla="*/ 1808033 w 3648669"/>
              <a:gd name="connsiteY395" fmla="*/ 1583267 h 3595124"/>
              <a:gd name="connsiteX396" fmla="*/ 1494893 w 3648669"/>
              <a:gd name="connsiteY396" fmla="*/ 1569610 h 3595124"/>
              <a:gd name="connsiteX397" fmla="*/ 1478265 w 3648669"/>
              <a:gd name="connsiteY397" fmla="*/ 1243448 h 3595124"/>
              <a:gd name="connsiteX398" fmla="*/ 1475319 w 3648669"/>
              <a:gd name="connsiteY398" fmla="*/ 1080889 h 3595124"/>
              <a:gd name="connsiteX399" fmla="*/ 1770365 w 3648669"/>
              <a:gd name="connsiteY399" fmla="*/ 1070178 h 3595124"/>
              <a:gd name="connsiteX400" fmla="*/ 2064776 w 3648669"/>
              <a:gd name="connsiteY400" fmla="*/ 1078577 h 3595124"/>
              <a:gd name="connsiteX401" fmla="*/ 2395146 w 3648669"/>
              <a:gd name="connsiteY401" fmla="*/ 1109701 h 3595124"/>
              <a:gd name="connsiteX402" fmla="*/ 2391573 w 3648669"/>
              <a:gd name="connsiteY402" fmla="*/ 1241366 h 3595124"/>
              <a:gd name="connsiteX403" fmla="*/ 2371134 w 3648669"/>
              <a:gd name="connsiteY403" fmla="*/ 1550264 h 3595124"/>
              <a:gd name="connsiteX404" fmla="*/ 2132510 w 3648669"/>
              <a:gd name="connsiteY404" fmla="*/ 1573615 h 3595124"/>
              <a:gd name="connsiteX405" fmla="*/ 2064742 w 3648669"/>
              <a:gd name="connsiteY405" fmla="*/ 1078611 h 3595124"/>
              <a:gd name="connsiteX406" fmla="*/ 1466920 w 3648669"/>
              <a:gd name="connsiteY406" fmla="*/ 1081523 h 3595124"/>
              <a:gd name="connsiteX407" fmla="*/ 1469857 w 3648669"/>
              <a:gd name="connsiteY407" fmla="*/ 1243872 h 3595124"/>
              <a:gd name="connsiteX408" fmla="*/ 1486300 w 3648669"/>
              <a:gd name="connsiteY408" fmla="*/ 1568983 h 3595124"/>
              <a:gd name="connsiteX409" fmla="*/ 1308694 w 3648669"/>
              <a:gd name="connsiteY409" fmla="*/ 1550060 h 3595124"/>
              <a:gd name="connsiteX410" fmla="*/ 1378350 w 3648669"/>
              <a:gd name="connsiteY410" fmla="*/ 1180804 h 3595124"/>
              <a:gd name="connsiteX411" fmla="*/ 1401701 w 3648669"/>
              <a:gd name="connsiteY411" fmla="*/ 1087010 h 3595124"/>
              <a:gd name="connsiteX412" fmla="*/ 1466920 w 3648669"/>
              <a:gd name="connsiteY412" fmla="*/ 1081549 h 3595124"/>
              <a:gd name="connsiteX413" fmla="*/ 282839 w 3648669"/>
              <a:gd name="connsiteY413" fmla="*/ 1086350 h 3595124"/>
              <a:gd name="connsiteX414" fmla="*/ 338169 w 3648669"/>
              <a:gd name="connsiteY414" fmla="*/ 1181633 h 3595124"/>
              <a:gd name="connsiteX415" fmla="*/ 472019 w 3648669"/>
              <a:gd name="connsiteY415" fmla="*/ 1300861 h 3595124"/>
              <a:gd name="connsiteX416" fmla="*/ 130701 w 3648669"/>
              <a:gd name="connsiteY416" fmla="*/ 1543744 h 3595124"/>
              <a:gd name="connsiteX417" fmla="*/ 133022 w 3648669"/>
              <a:gd name="connsiteY417" fmla="*/ 1392970 h 3595124"/>
              <a:gd name="connsiteX418" fmla="*/ 282839 w 3648669"/>
              <a:gd name="connsiteY418" fmla="*/ 1086350 h 3595124"/>
              <a:gd name="connsiteX419" fmla="*/ 1392870 w 3648669"/>
              <a:gd name="connsiteY419" fmla="*/ 1087840 h 3595124"/>
              <a:gd name="connsiteX420" fmla="*/ 1370145 w 3648669"/>
              <a:gd name="connsiteY420" fmla="*/ 1178890 h 3595124"/>
              <a:gd name="connsiteX421" fmla="*/ 1300262 w 3648669"/>
              <a:gd name="connsiteY421" fmla="*/ 1548773 h 3595124"/>
              <a:gd name="connsiteX422" fmla="*/ 678029 w 3648669"/>
              <a:gd name="connsiteY422" fmla="*/ 1398422 h 3595124"/>
              <a:gd name="connsiteX423" fmla="*/ 642478 w 3648669"/>
              <a:gd name="connsiteY423" fmla="*/ 1382217 h 3595124"/>
              <a:gd name="connsiteX424" fmla="*/ 719897 w 3648669"/>
              <a:gd name="connsiteY424" fmla="*/ 1213578 h 3595124"/>
              <a:gd name="connsiteX425" fmla="*/ 1392870 w 3648669"/>
              <a:gd name="connsiteY425" fmla="*/ 1087840 h 3595124"/>
              <a:gd name="connsiteX426" fmla="*/ 2403578 w 3648669"/>
              <a:gd name="connsiteY426" fmla="*/ 1110759 h 3595124"/>
              <a:gd name="connsiteX427" fmla="*/ 2769922 w 3648669"/>
              <a:gd name="connsiteY427" fmla="*/ 1178060 h 3595124"/>
              <a:gd name="connsiteX428" fmla="*/ 2885679 w 3648669"/>
              <a:gd name="connsiteY428" fmla="*/ 1437979 h 3595124"/>
              <a:gd name="connsiteX429" fmla="*/ 2379567 w 3648669"/>
              <a:gd name="connsiteY429" fmla="*/ 1549205 h 3595124"/>
              <a:gd name="connsiteX430" fmla="*/ 2399972 w 3648669"/>
              <a:gd name="connsiteY430" fmla="*/ 1241560 h 3595124"/>
              <a:gd name="connsiteX431" fmla="*/ 2403578 w 3648669"/>
              <a:gd name="connsiteY431" fmla="*/ 1110759 h 3595124"/>
              <a:gd name="connsiteX432" fmla="*/ 3333058 w 3648669"/>
              <a:gd name="connsiteY432" fmla="*/ 1172997 h 3595124"/>
              <a:gd name="connsiteX433" fmla="*/ 3473613 w 3648669"/>
              <a:gd name="connsiteY433" fmla="*/ 1476214 h 3595124"/>
              <a:gd name="connsiteX434" fmla="*/ 3188261 w 3648669"/>
              <a:gd name="connsiteY434" fmla="*/ 1304832 h 3595124"/>
              <a:gd name="connsiteX435" fmla="*/ 3308420 w 3648669"/>
              <a:gd name="connsiteY435" fmla="*/ 1203689 h 3595124"/>
              <a:gd name="connsiteX436" fmla="*/ 3333058 w 3648669"/>
              <a:gd name="connsiteY436" fmla="*/ 1172997 h 3595124"/>
              <a:gd name="connsiteX437" fmla="*/ 2780870 w 3648669"/>
              <a:gd name="connsiteY437" fmla="*/ 1180770 h 3595124"/>
              <a:gd name="connsiteX438" fmla="*/ 3121586 w 3648669"/>
              <a:gd name="connsiteY438" fmla="*/ 1285088 h 3595124"/>
              <a:gd name="connsiteX439" fmla="*/ 3164283 w 3648669"/>
              <a:gd name="connsiteY439" fmla="*/ 1303604 h 3595124"/>
              <a:gd name="connsiteX440" fmla="*/ 3164283 w 3648669"/>
              <a:gd name="connsiteY440" fmla="*/ 1311377 h 3595124"/>
              <a:gd name="connsiteX441" fmla="*/ 2951761 w 3648669"/>
              <a:gd name="connsiteY441" fmla="*/ 1415457 h 3595124"/>
              <a:gd name="connsiteX442" fmla="*/ 2893883 w 3648669"/>
              <a:gd name="connsiteY442" fmla="*/ 1435235 h 3595124"/>
              <a:gd name="connsiteX443" fmla="*/ 2780870 w 3648669"/>
              <a:gd name="connsiteY443" fmla="*/ 1180770 h 3595124"/>
              <a:gd name="connsiteX444" fmla="*/ 708551 w 3648669"/>
              <a:gd name="connsiteY444" fmla="*/ 1216956 h 3595124"/>
              <a:gd name="connsiteX445" fmla="*/ 636788 w 3648669"/>
              <a:gd name="connsiteY445" fmla="*/ 1373818 h 3595124"/>
              <a:gd name="connsiteX446" fmla="*/ 628355 w 3648669"/>
              <a:gd name="connsiteY446" fmla="*/ 1245133 h 3595124"/>
              <a:gd name="connsiteX447" fmla="*/ 691923 w 3648669"/>
              <a:gd name="connsiteY447" fmla="*/ 1222011 h 3595124"/>
              <a:gd name="connsiteX448" fmla="*/ 708551 w 3648669"/>
              <a:gd name="connsiteY448" fmla="*/ 1216956 h 3595124"/>
              <a:gd name="connsiteX449" fmla="*/ 619956 w 3648669"/>
              <a:gd name="connsiteY449" fmla="*/ 1248275 h 3595124"/>
              <a:gd name="connsiteX450" fmla="*/ 628355 w 3648669"/>
              <a:gd name="connsiteY450" fmla="*/ 1375740 h 3595124"/>
              <a:gd name="connsiteX451" fmla="*/ 489908 w 3648669"/>
              <a:gd name="connsiteY451" fmla="*/ 1302114 h 3595124"/>
              <a:gd name="connsiteX452" fmla="*/ 619956 w 3648669"/>
              <a:gd name="connsiteY452" fmla="*/ 1248275 h 3595124"/>
              <a:gd name="connsiteX453" fmla="*/ 480223 w 3648669"/>
              <a:gd name="connsiteY453" fmla="*/ 1306314 h 3595124"/>
              <a:gd name="connsiteX454" fmla="*/ 628982 w 3648669"/>
              <a:gd name="connsiteY454" fmla="*/ 1385197 h 3595124"/>
              <a:gd name="connsiteX455" fmla="*/ 629414 w 3648669"/>
              <a:gd name="connsiteY455" fmla="*/ 1390650 h 3595124"/>
              <a:gd name="connsiteX456" fmla="*/ 461071 w 3648669"/>
              <a:gd name="connsiteY456" fmla="*/ 2290072 h 3595124"/>
              <a:gd name="connsiteX457" fmla="*/ 283043 w 3648669"/>
              <a:gd name="connsiteY457" fmla="*/ 2196474 h 3595124"/>
              <a:gd name="connsiteX458" fmla="*/ 157625 w 3648669"/>
              <a:gd name="connsiteY458" fmla="*/ 1788719 h 3595124"/>
              <a:gd name="connsiteX459" fmla="*/ 131099 w 3648669"/>
              <a:gd name="connsiteY459" fmla="*/ 1556148 h 3595124"/>
              <a:gd name="connsiteX460" fmla="*/ 480223 w 3648669"/>
              <a:gd name="connsiteY460" fmla="*/ 1306314 h 3595124"/>
              <a:gd name="connsiteX461" fmla="*/ 3180158 w 3648669"/>
              <a:gd name="connsiteY461" fmla="*/ 1310513 h 3595124"/>
              <a:gd name="connsiteX462" fmla="*/ 3478777 w 3648669"/>
              <a:gd name="connsiteY462" fmla="*/ 1491395 h 3595124"/>
              <a:gd name="connsiteX463" fmla="*/ 3524023 w 3648669"/>
              <a:gd name="connsiteY463" fmla="*/ 1654344 h 3595124"/>
              <a:gd name="connsiteX464" fmla="*/ 3502552 w 3648669"/>
              <a:gd name="connsiteY464" fmla="*/ 1807667 h 3595124"/>
              <a:gd name="connsiteX465" fmla="*/ 3406379 w 3648669"/>
              <a:gd name="connsiteY465" fmla="*/ 2145606 h 3595124"/>
              <a:gd name="connsiteX466" fmla="*/ 3160617 w 3648669"/>
              <a:gd name="connsiteY466" fmla="*/ 2282495 h 3595124"/>
              <a:gd name="connsiteX467" fmla="*/ 3059178 w 3648669"/>
              <a:gd name="connsiteY467" fmla="*/ 2226141 h 3595124"/>
              <a:gd name="connsiteX468" fmla="*/ 3043404 w 3648669"/>
              <a:gd name="connsiteY468" fmla="*/ 2030781 h 3595124"/>
              <a:gd name="connsiteX469" fmla="*/ 3159321 w 3648669"/>
              <a:gd name="connsiteY469" fmla="*/ 1510115 h 3595124"/>
              <a:gd name="connsiteX470" fmla="*/ 3172817 w 3648669"/>
              <a:gd name="connsiteY470" fmla="*/ 1315805 h 3595124"/>
              <a:gd name="connsiteX471" fmla="*/ 3180158 w 3648669"/>
              <a:gd name="connsiteY471" fmla="*/ 1310547 h 3595124"/>
              <a:gd name="connsiteX472" fmla="*/ 3164156 w 3648669"/>
              <a:gd name="connsiteY472" fmla="*/ 1321892 h 3595124"/>
              <a:gd name="connsiteX473" fmla="*/ 3150922 w 3648669"/>
              <a:gd name="connsiteY473" fmla="*/ 1509251 h 3595124"/>
              <a:gd name="connsiteX474" fmla="*/ 3041288 w 3648669"/>
              <a:gd name="connsiteY474" fmla="*/ 2010766 h 3595124"/>
              <a:gd name="connsiteX475" fmla="*/ 2896922 w 3648669"/>
              <a:gd name="connsiteY475" fmla="*/ 1443008 h 3595124"/>
              <a:gd name="connsiteX476" fmla="*/ 2955004 w 3648669"/>
              <a:gd name="connsiteY476" fmla="*/ 1423230 h 3595124"/>
              <a:gd name="connsiteX477" fmla="*/ 3164156 w 3648669"/>
              <a:gd name="connsiteY477" fmla="*/ 1321892 h 3595124"/>
              <a:gd name="connsiteX478" fmla="*/ 639201 w 3648669"/>
              <a:gd name="connsiteY478" fmla="*/ 1389829 h 3595124"/>
              <a:gd name="connsiteX479" fmla="*/ 674990 w 3648669"/>
              <a:gd name="connsiteY479" fmla="*/ 1406229 h 3595124"/>
              <a:gd name="connsiteX480" fmla="*/ 1299136 w 3648669"/>
              <a:gd name="connsiteY480" fmla="*/ 1557206 h 3595124"/>
              <a:gd name="connsiteX481" fmla="*/ 1246092 w 3648669"/>
              <a:gd name="connsiteY481" fmla="*/ 2050525 h 3595124"/>
              <a:gd name="connsiteX482" fmla="*/ 806054 w 3648669"/>
              <a:gd name="connsiteY482" fmla="*/ 2146436 h 3595124"/>
              <a:gd name="connsiteX483" fmla="*/ 639201 w 3648669"/>
              <a:gd name="connsiteY483" fmla="*/ 1407880 h 3595124"/>
              <a:gd name="connsiteX484" fmla="*/ 638143 w 3648669"/>
              <a:gd name="connsiteY484" fmla="*/ 1392343 h 3595124"/>
              <a:gd name="connsiteX485" fmla="*/ 639201 w 3648669"/>
              <a:gd name="connsiteY485" fmla="*/ 1389795 h 3595124"/>
              <a:gd name="connsiteX486" fmla="*/ 630802 w 3648669"/>
              <a:gd name="connsiteY486" fmla="*/ 1408938 h 3595124"/>
              <a:gd name="connsiteX487" fmla="*/ 797883 w 3648669"/>
              <a:gd name="connsiteY487" fmla="*/ 2148950 h 3595124"/>
              <a:gd name="connsiteX488" fmla="*/ 667607 w 3648669"/>
              <a:gd name="connsiteY488" fmla="*/ 2195220 h 3595124"/>
              <a:gd name="connsiteX489" fmla="*/ 473373 w 3648669"/>
              <a:gd name="connsiteY489" fmla="*/ 2294899 h 3595124"/>
              <a:gd name="connsiteX490" fmla="*/ 469605 w 3648669"/>
              <a:gd name="connsiteY490" fmla="*/ 2293408 h 3595124"/>
              <a:gd name="connsiteX491" fmla="*/ 630802 w 3648669"/>
              <a:gd name="connsiteY491" fmla="*/ 1408938 h 3595124"/>
              <a:gd name="connsiteX492" fmla="*/ 122599 w 3648669"/>
              <a:gd name="connsiteY492" fmla="*/ 1422400 h 3595124"/>
              <a:gd name="connsiteX493" fmla="*/ 122370 w 3648669"/>
              <a:gd name="connsiteY493" fmla="*/ 1553210 h 3595124"/>
              <a:gd name="connsiteX494" fmla="*/ 68497 w 3648669"/>
              <a:gd name="connsiteY494" fmla="*/ 1627649 h 3595124"/>
              <a:gd name="connsiteX495" fmla="*/ 122599 w 3648669"/>
              <a:gd name="connsiteY495" fmla="*/ 1422400 h 3595124"/>
              <a:gd name="connsiteX496" fmla="*/ 2888820 w 3648669"/>
              <a:gd name="connsiteY496" fmla="*/ 1445751 h 3595124"/>
              <a:gd name="connsiteX497" fmla="*/ 3034870 w 3648669"/>
              <a:gd name="connsiteY497" fmla="*/ 2029485 h 3595124"/>
              <a:gd name="connsiteX498" fmla="*/ 2977195 w 3648669"/>
              <a:gd name="connsiteY498" fmla="*/ 2190784 h 3595124"/>
              <a:gd name="connsiteX499" fmla="*/ 2947324 w 3648669"/>
              <a:gd name="connsiteY499" fmla="*/ 2178186 h 3595124"/>
              <a:gd name="connsiteX500" fmla="*/ 2318971 w 3648669"/>
              <a:gd name="connsiteY500" fmla="*/ 2037292 h 3595124"/>
              <a:gd name="connsiteX501" fmla="*/ 2378932 w 3648669"/>
              <a:gd name="connsiteY501" fmla="*/ 1557799 h 3595124"/>
              <a:gd name="connsiteX502" fmla="*/ 2888820 w 3648669"/>
              <a:gd name="connsiteY502" fmla="*/ 1445717 h 3595124"/>
              <a:gd name="connsiteX503" fmla="*/ 3490216 w 3648669"/>
              <a:gd name="connsiteY503" fmla="*/ 1501047 h 3595124"/>
              <a:gd name="connsiteX504" fmla="*/ 3499910 w 3648669"/>
              <a:gd name="connsiteY504" fmla="*/ 1509251 h 3595124"/>
              <a:gd name="connsiteX505" fmla="*/ 3530204 w 3648669"/>
              <a:gd name="connsiteY505" fmla="*/ 1541001 h 3595124"/>
              <a:gd name="connsiteX506" fmla="*/ 3526004 w 3648669"/>
              <a:gd name="connsiteY506" fmla="*/ 1625532 h 3595124"/>
              <a:gd name="connsiteX507" fmla="*/ 3490216 w 3648669"/>
              <a:gd name="connsiteY507" fmla="*/ 1501047 h 3595124"/>
              <a:gd name="connsiteX508" fmla="*/ 3538408 w 3648669"/>
              <a:gd name="connsiteY508" fmla="*/ 1550695 h 3595124"/>
              <a:gd name="connsiteX509" fmla="*/ 3633328 w 3648669"/>
              <a:gd name="connsiteY509" fmla="*/ 1801122 h 3595124"/>
              <a:gd name="connsiteX510" fmla="*/ 3570387 w 3648669"/>
              <a:gd name="connsiteY510" fmla="*/ 1980311 h 3595124"/>
              <a:gd name="connsiteX511" fmla="*/ 3532092 w 3648669"/>
              <a:gd name="connsiteY511" fmla="*/ 1653946 h 3595124"/>
              <a:gd name="connsiteX512" fmla="*/ 3538408 w 3648669"/>
              <a:gd name="connsiteY512" fmla="*/ 1550695 h 3595124"/>
              <a:gd name="connsiteX513" fmla="*/ 1307407 w 3648669"/>
              <a:gd name="connsiteY513" fmla="*/ 1558468 h 3595124"/>
              <a:gd name="connsiteX514" fmla="*/ 1486892 w 3648669"/>
              <a:gd name="connsiteY514" fmla="*/ 1577382 h 3595124"/>
              <a:gd name="connsiteX515" fmla="*/ 1525619 w 3648669"/>
              <a:gd name="connsiteY515" fmla="*/ 2020892 h 3595124"/>
              <a:gd name="connsiteX516" fmla="*/ 1254389 w 3648669"/>
              <a:gd name="connsiteY516" fmla="*/ 2049264 h 3595124"/>
              <a:gd name="connsiteX517" fmla="*/ 1307407 w 3648669"/>
              <a:gd name="connsiteY517" fmla="*/ 1558468 h 3595124"/>
              <a:gd name="connsiteX518" fmla="*/ 2370304 w 3648669"/>
              <a:gd name="connsiteY518" fmla="*/ 1558891 h 3595124"/>
              <a:gd name="connsiteX519" fmla="*/ 2310538 w 3648669"/>
              <a:gd name="connsiteY519" fmla="*/ 2036233 h 3595124"/>
              <a:gd name="connsiteX520" fmla="*/ 2172896 w 3648669"/>
              <a:gd name="connsiteY520" fmla="*/ 2023169 h 3595124"/>
              <a:gd name="connsiteX521" fmla="*/ 2133340 w 3648669"/>
              <a:gd name="connsiteY521" fmla="*/ 1582014 h 3595124"/>
              <a:gd name="connsiteX522" fmla="*/ 2370304 w 3648669"/>
              <a:gd name="connsiteY522" fmla="*/ 1558866 h 3595124"/>
              <a:gd name="connsiteX523" fmla="*/ 122667 w 3648669"/>
              <a:gd name="connsiteY523" fmla="*/ 1566037 h 3595124"/>
              <a:gd name="connsiteX524" fmla="*/ 149193 w 3648669"/>
              <a:gd name="connsiteY524" fmla="*/ 1790209 h 3595124"/>
              <a:gd name="connsiteX525" fmla="*/ 270605 w 3648669"/>
              <a:gd name="connsiteY525" fmla="*/ 2188701 h 3595124"/>
              <a:gd name="connsiteX526" fmla="*/ 157829 w 3648669"/>
              <a:gd name="connsiteY526" fmla="*/ 2102875 h 3595124"/>
              <a:gd name="connsiteX527" fmla="*/ 41675 w 3648669"/>
              <a:gd name="connsiteY527" fmla="*/ 1943930 h 3595124"/>
              <a:gd name="connsiteX528" fmla="*/ 64391 w 3648669"/>
              <a:gd name="connsiteY528" fmla="*/ 1649908 h 3595124"/>
              <a:gd name="connsiteX529" fmla="*/ 122667 w 3648669"/>
              <a:gd name="connsiteY529" fmla="*/ 1566003 h 3595124"/>
              <a:gd name="connsiteX530" fmla="*/ 1495528 w 3648669"/>
              <a:gd name="connsiteY530" fmla="*/ 1578246 h 3595124"/>
              <a:gd name="connsiteX531" fmla="*/ 1808033 w 3648669"/>
              <a:gd name="connsiteY531" fmla="*/ 1591700 h 3595124"/>
              <a:gd name="connsiteX532" fmla="*/ 2124932 w 3648669"/>
              <a:gd name="connsiteY532" fmla="*/ 1582869 h 3595124"/>
              <a:gd name="connsiteX533" fmla="*/ 2164260 w 3648669"/>
              <a:gd name="connsiteY533" fmla="*/ 2022577 h 3595124"/>
              <a:gd name="connsiteX534" fmla="*/ 1800658 w 3648669"/>
              <a:gd name="connsiteY534" fmla="*/ 2009741 h 3595124"/>
              <a:gd name="connsiteX535" fmla="*/ 1534051 w 3648669"/>
              <a:gd name="connsiteY535" fmla="*/ 2020494 h 3595124"/>
              <a:gd name="connsiteX536" fmla="*/ 1495528 w 3648669"/>
              <a:gd name="connsiteY536" fmla="*/ 1578246 h 3595124"/>
              <a:gd name="connsiteX537" fmla="*/ 52190 w 3648669"/>
              <a:gd name="connsiteY537" fmla="*/ 1673064 h 3595124"/>
              <a:gd name="connsiteX538" fmla="*/ 33039 w 3648669"/>
              <a:gd name="connsiteY538" fmla="*/ 1923322 h 3595124"/>
              <a:gd name="connsiteX539" fmla="*/ 8400 w 3648669"/>
              <a:gd name="connsiteY539" fmla="*/ 1787694 h 3595124"/>
              <a:gd name="connsiteX540" fmla="*/ 8400 w 3648669"/>
              <a:gd name="connsiteY540" fmla="*/ 1786831 h 3595124"/>
              <a:gd name="connsiteX541" fmla="*/ 8400 w 3648669"/>
              <a:gd name="connsiteY541" fmla="*/ 1786636 h 3595124"/>
              <a:gd name="connsiteX542" fmla="*/ 8400 w 3648669"/>
              <a:gd name="connsiteY542" fmla="*/ 1786399 h 3595124"/>
              <a:gd name="connsiteX543" fmla="*/ 52190 w 3648669"/>
              <a:gd name="connsiteY543" fmla="*/ 1673064 h 3595124"/>
              <a:gd name="connsiteX544" fmla="*/ 3528951 w 3648669"/>
              <a:gd name="connsiteY544" fmla="*/ 1678119 h 3595124"/>
              <a:gd name="connsiteX545" fmla="*/ 3562386 w 3648669"/>
              <a:gd name="connsiteY545" fmla="*/ 1992283 h 3595124"/>
              <a:gd name="connsiteX546" fmla="*/ 3455494 w 3648669"/>
              <a:gd name="connsiteY546" fmla="*/ 2108996 h 3595124"/>
              <a:gd name="connsiteX547" fmla="*/ 3419308 w 3648669"/>
              <a:gd name="connsiteY547" fmla="*/ 2135886 h 3595124"/>
              <a:gd name="connsiteX548" fmla="*/ 3510629 w 3648669"/>
              <a:gd name="connsiteY548" fmla="*/ 1809327 h 3595124"/>
              <a:gd name="connsiteX549" fmla="*/ 3528917 w 3648669"/>
              <a:gd name="connsiteY549" fmla="*/ 1678093 h 3595124"/>
              <a:gd name="connsiteX550" fmla="*/ 3640669 w 3648669"/>
              <a:gd name="connsiteY550" fmla="*/ 1809555 h 3595124"/>
              <a:gd name="connsiteX551" fmla="*/ 3437604 w 3648669"/>
              <a:gd name="connsiteY551" fmla="*/ 2618749 h 3595124"/>
              <a:gd name="connsiteX552" fmla="*/ 3564502 w 3648669"/>
              <a:gd name="connsiteY552" fmla="*/ 2135488 h 3595124"/>
              <a:gd name="connsiteX553" fmla="*/ 3570590 w 3648669"/>
              <a:gd name="connsiteY553" fmla="*/ 1994797 h 3595124"/>
              <a:gd name="connsiteX554" fmla="*/ 3640669 w 3648669"/>
              <a:gd name="connsiteY554" fmla="*/ 1809555 h 3595124"/>
              <a:gd name="connsiteX555" fmla="*/ 10323 w 3648669"/>
              <a:gd name="connsiteY555" fmla="*/ 1877881 h 3595124"/>
              <a:gd name="connsiteX556" fmla="*/ 33276 w 3648669"/>
              <a:gd name="connsiteY556" fmla="*/ 1945615 h 3595124"/>
              <a:gd name="connsiteX557" fmla="*/ 42106 w 3648669"/>
              <a:gd name="connsiteY557" fmla="*/ 2083562 h 3595124"/>
              <a:gd name="connsiteX558" fmla="*/ 94058 w 3648669"/>
              <a:gd name="connsiteY558" fmla="*/ 2341364 h 3595124"/>
              <a:gd name="connsiteX559" fmla="*/ 10323 w 3648669"/>
              <a:gd name="connsiteY559" fmla="*/ 1877881 h 3595124"/>
              <a:gd name="connsiteX560" fmla="*/ 42496 w 3648669"/>
              <a:gd name="connsiteY560" fmla="*/ 1965791 h 3595124"/>
              <a:gd name="connsiteX561" fmla="*/ 151936 w 3648669"/>
              <a:gd name="connsiteY561" fmla="*/ 2108996 h 3595124"/>
              <a:gd name="connsiteX562" fmla="*/ 275897 w 3648669"/>
              <a:gd name="connsiteY562" fmla="*/ 2202163 h 3595124"/>
              <a:gd name="connsiteX563" fmla="*/ 362781 w 3648669"/>
              <a:gd name="connsiteY563" fmla="*/ 2383832 h 3595124"/>
              <a:gd name="connsiteX564" fmla="*/ 330794 w 3648669"/>
              <a:gd name="connsiteY564" fmla="*/ 2419587 h 3595124"/>
              <a:gd name="connsiteX565" fmla="*/ 262206 w 3648669"/>
              <a:gd name="connsiteY565" fmla="*/ 2702856 h 3595124"/>
              <a:gd name="connsiteX566" fmla="*/ 50505 w 3648669"/>
              <a:gd name="connsiteY566" fmla="*/ 2082707 h 3595124"/>
              <a:gd name="connsiteX567" fmla="*/ 42530 w 3648669"/>
              <a:gd name="connsiteY567" fmla="*/ 1965791 h 3595124"/>
              <a:gd name="connsiteX568" fmla="*/ 3561852 w 3648669"/>
              <a:gd name="connsiteY568" fmla="*/ 2007861 h 3595124"/>
              <a:gd name="connsiteX569" fmla="*/ 3556163 w 3648669"/>
              <a:gd name="connsiteY569" fmla="*/ 2134658 h 3595124"/>
              <a:gd name="connsiteX570" fmla="*/ 3388455 w 3648669"/>
              <a:gd name="connsiteY570" fmla="*/ 2699478 h 3595124"/>
              <a:gd name="connsiteX571" fmla="*/ 3301968 w 3648669"/>
              <a:gd name="connsiteY571" fmla="*/ 2398979 h 3595124"/>
              <a:gd name="connsiteX572" fmla="*/ 3413288 w 3648669"/>
              <a:gd name="connsiteY572" fmla="*/ 2150440 h 3595124"/>
              <a:gd name="connsiteX573" fmla="*/ 3460650 w 3648669"/>
              <a:gd name="connsiteY573" fmla="*/ 2115312 h 3595124"/>
              <a:gd name="connsiteX574" fmla="*/ 3561852 w 3648669"/>
              <a:gd name="connsiteY574" fmla="*/ 2007861 h 3595124"/>
              <a:gd name="connsiteX575" fmla="*/ 1800523 w 3648669"/>
              <a:gd name="connsiteY575" fmla="*/ 2018148 h 3595124"/>
              <a:gd name="connsiteX576" fmla="*/ 2165022 w 3648669"/>
              <a:gd name="connsiteY576" fmla="*/ 2030976 h 3595124"/>
              <a:gd name="connsiteX577" fmla="*/ 2180998 w 3648669"/>
              <a:gd name="connsiteY577" fmla="*/ 2493831 h 3595124"/>
              <a:gd name="connsiteX578" fmla="*/ 1787925 w 3648669"/>
              <a:gd name="connsiteY578" fmla="*/ 2510003 h 3595124"/>
              <a:gd name="connsiteX579" fmla="*/ 1594741 w 3648669"/>
              <a:gd name="connsiteY579" fmla="*/ 2506040 h 3595124"/>
              <a:gd name="connsiteX580" fmla="*/ 1534983 w 3648669"/>
              <a:gd name="connsiteY580" fmla="*/ 2028859 h 3595124"/>
              <a:gd name="connsiteX581" fmla="*/ 1800523 w 3648669"/>
              <a:gd name="connsiteY581" fmla="*/ 2018148 h 3595124"/>
              <a:gd name="connsiteX582" fmla="*/ 1526347 w 3648669"/>
              <a:gd name="connsiteY582" fmla="*/ 2029291 h 3595124"/>
              <a:gd name="connsiteX583" fmla="*/ 1586113 w 3648669"/>
              <a:gd name="connsiteY583" fmla="*/ 2505608 h 3595124"/>
              <a:gd name="connsiteX584" fmla="*/ 1242485 w 3648669"/>
              <a:gd name="connsiteY584" fmla="*/ 2478888 h 3595124"/>
              <a:gd name="connsiteX585" fmla="*/ 1242053 w 3648669"/>
              <a:gd name="connsiteY585" fmla="*/ 2466713 h 3595124"/>
              <a:gd name="connsiteX586" fmla="*/ 1253830 w 3648669"/>
              <a:gd name="connsiteY586" fmla="*/ 2057900 h 3595124"/>
              <a:gd name="connsiteX587" fmla="*/ 1526313 w 3648669"/>
              <a:gd name="connsiteY587" fmla="*/ 2029291 h 3595124"/>
              <a:gd name="connsiteX588" fmla="*/ 2173420 w 3648669"/>
              <a:gd name="connsiteY588" fmla="*/ 2031839 h 3595124"/>
              <a:gd name="connsiteX589" fmla="*/ 2309353 w 3648669"/>
              <a:gd name="connsiteY589" fmla="*/ 2044632 h 3595124"/>
              <a:gd name="connsiteX590" fmla="*/ 2220978 w 3648669"/>
              <a:gd name="connsiteY590" fmla="*/ 2490462 h 3595124"/>
              <a:gd name="connsiteX591" fmla="*/ 2189431 w 3648669"/>
              <a:gd name="connsiteY591" fmla="*/ 2493205 h 3595124"/>
              <a:gd name="connsiteX592" fmla="*/ 2173420 w 3648669"/>
              <a:gd name="connsiteY592" fmla="*/ 2031805 h 3595124"/>
              <a:gd name="connsiteX593" fmla="*/ 2317548 w 3648669"/>
              <a:gd name="connsiteY593" fmla="*/ 2045699 h 3595124"/>
              <a:gd name="connsiteX594" fmla="*/ 2944217 w 3648669"/>
              <a:gd name="connsiteY594" fmla="*/ 2185958 h 3595124"/>
              <a:gd name="connsiteX595" fmla="*/ 2973919 w 3648669"/>
              <a:gd name="connsiteY595" fmla="*/ 2198590 h 3595124"/>
              <a:gd name="connsiteX596" fmla="*/ 2898573 w 3648669"/>
              <a:gd name="connsiteY596" fmla="*/ 2373114 h 3595124"/>
              <a:gd name="connsiteX597" fmla="*/ 2229809 w 3648669"/>
              <a:gd name="connsiteY597" fmla="*/ 2489835 h 3595124"/>
              <a:gd name="connsiteX598" fmla="*/ 2317548 w 3648669"/>
              <a:gd name="connsiteY598" fmla="*/ 2045699 h 3595124"/>
              <a:gd name="connsiteX599" fmla="*/ 3036826 w 3648669"/>
              <a:gd name="connsiteY599" fmla="*/ 2049695 h 3595124"/>
              <a:gd name="connsiteX600" fmla="*/ 3050279 w 3648669"/>
              <a:gd name="connsiteY600" fmla="*/ 2222136 h 3595124"/>
              <a:gd name="connsiteX601" fmla="*/ 2984832 w 3648669"/>
              <a:gd name="connsiteY601" fmla="*/ 2194162 h 3595124"/>
              <a:gd name="connsiteX602" fmla="*/ 3036826 w 3648669"/>
              <a:gd name="connsiteY602" fmla="*/ 2049695 h 3595124"/>
              <a:gd name="connsiteX603" fmla="*/ 1245194 w 3648669"/>
              <a:gd name="connsiteY603" fmla="*/ 2059153 h 3595124"/>
              <a:gd name="connsiteX604" fmla="*/ 1233620 w 3648669"/>
              <a:gd name="connsiteY604" fmla="*/ 2466679 h 3595124"/>
              <a:gd name="connsiteX605" fmla="*/ 1233849 w 3648669"/>
              <a:gd name="connsiteY605" fmla="*/ 2477829 h 3595124"/>
              <a:gd name="connsiteX606" fmla="*/ 918635 w 3648669"/>
              <a:gd name="connsiteY606" fmla="*/ 2427588 h 3595124"/>
              <a:gd name="connsiteX607" fmla="*/ 808569 w 3648669"/>
              <a:gd name="connsiteY607" fmla="*/ 2154403 h 3595124"/>
              <a:gd name="connsiteX608" fmla="*/ 1245194 w 3648669"/>
              <a:gd name="connsiteY608" fmla="*/ 2059153 h 3595124"/>
              <a:gd name="connsiteX609" fmla="*/ 800364 w 3648669"/>
              <a:gd name="connsiteY609" fmla="*/ 2156722 h 3595124"/>
              <a:gd name="connsiteX610" fmla="*/ 908314 w 3648669"/>
              <a:gd name="connsiteY610" fmla="*/ 2425277 h 3595124"/>
              <a:gd name="connsiteX611" fmla="*/ 558768 w 3648669"/>
              <a:gd name="connsiteY611" fmla="*/ 2329358 h 3595124"/>
              <a:gd name="connsiteX612" fmla="*/ 483033 w 3648669"/>
              <a:gd name="connsiteY612" fmla="*/ 2298869 h 3595124"/>
              <a:gd name="connsiteX613" fmla="*/ 670519 w 3648669"/>
              <a:gd name="connsiteY613" fmla="*/ 2202993 h 3595124"/>
              <a:gd name="connsiteX614" fmla="*/ 800364 w 3648669"/>
              <a:gd name="connsiteY614" fmla="*/ 2156722 h 3595124"/>
              <a:gd name="connsiteX615" fmla="*/ 3400223 w 3648669"/>
              <a:gd name="connsiteY615" fmla="*/ 2160295 h 3595124"/>
              <a:gd name="connsiteX616" fmla="*/ 3295652 w 3648669"/>
              <a:gd name="connsiteY616" fmla="*/ 2392265 h 3595124"/>
              <a:gd name="connsiteX617" fmla="*/ 3168118 w 3648669"/>
              <a:gd name="connsiteY617" fmla="*/ 2287956 h 3595124"/>
              <a:gd name="connsiteX618" fmla="*/ 3400223 w 3648669"/>
              <a:gd name="connsiteY618" fmla="*/ 2160295 h 3595124"/>
              <a:gd name="connsiteX619" fmla="*/ 2981691 w 3648669"/>
              <a:gd name="connsiteY619" fmla="*/ 2201934 h 3595124"/>
              <a:gd name="connsiteX620" fmla="*/ 3050711 w 3648669"/>
              <a:gd name="connsiteY620" fmla="*/ 2231399 h 3595124"/>
              <a:gd name="connsiteX621" fmla="*/ 3052201 w 3648669"/>
              <a:gd name="connsiteY621" fmla="*/ 2323905 h 3595124"/>
              <a:gd name="connsiteX622" fmla="*/ 3033447 w 3648669"/>
              <a:gd name="connsiteY622" fmla="*/ 2331051 h 3595124"/>
              <a:gd name="connsiteX623" fmla="*/ 2909724 w 3648669"/>
              <a:gd name="connsiteY623" fmla="*/ 2369744 h 3595124"/>
              <a:gd name="connsiteX624" fmla="*/ 2981691 w 3648669"/>
              <a:gd name="connsiteY624" fmla="*/ 2201934 h 3595124"/>
              <a:gd name="connsiteX625" fmla="*/ 288131 w 3648669"/>
              <a:gd name="connsiteY625" fmla="*/ 2209732 h 3595124"/>
              <a:gd name="connsiteX626" fmla="*/ 461105 w 3648669"/>
              <a:gd name="connsiteY626" fmla="*/ 2298903 h 3595124"/>
              <a:gd name="connsiteX627" fmla="*/ 461105 w 3648669"/>
              <a:gd name="connsiteY627" fmla="*/ 2302866 h 3595124"/>
              <a:gd name="connsiteX628" fmla="*/ 368962 w 3648669"/>
              <a:gd name="connsiteY628" fmla="*/ 2377745 h 3595124"/>
              <a:gd name="connsiteX629" fmla="*/ 288131 w 3648669"/>
              <a:gd name="connsiteY629" fmla="*/ 2209732 h 3595124"/>
              <a:gd name="connsiteX630" fmla="*/ 3059415 w 3648669"/>
              <a:gd name="connsiteY630" fmla="*/ 2235996 h 3595124"/>
              <a:gd name="connsiteX631" fmla="*/ 3151185 w 3648669"/>
              <a:gd name="connsiteY631" fmla="*/ 2286271 h 3595124"/>
              <a:gd name="connsiteX632" fmla="*/ 3060702 w 3648669"/>
              <a:gd name="connsiteY632" fmla="*/ 2320764 h 3595124"/>
              <a:gd name="connsiteX633" fmla="*/ 3059415 w 3648669"/>
              <a:gd name="connsiteY633" fmla="*/ 2235996 h 3595124"/>
              <a:gd name="connsiteX634" fmla="*/ 3159389 w 3648669"/>
              <a:gd name="connsiteY634" fmla="*/ 2291952 h 3595124"/>
              <a:gd name="connsiteX635" fmla="*/ 3291749 w 3648669"/>
              <a:gd name="connsiteY635" fmla="*/ 2400469 h 3595124"/>
              <a:gd name="connsiteX636" fmla="*/ 2989760 w 3648669"/>
              <a:gd name="connsiteY636" fmla="*/ 2833226 h 3595124"/>
              <a:gd name="connsiteX637" fmla="*/ 3058382 w 3648669"/>
              <a:gd name="connsiteY637" fmla="*/ 2429044 h 3595124"/>
              <a:gd name="connsiteX638" fmla="*/ 3060473 w 3648669"/>
              <a:gd name="connsiteY638" fmla="*/ 2329790 h 3595124"/>
              <a:gd name="connsiteX639" fmla="*/ 3159389 w 3648669"/>
              <a:gd name="connsiteY639" fmla="*/ 2291952 h 3595124"/>
              <a:gd name="connsiteX640" fmla="*/ 474364 w 3648669"/>
              <a:gd name="connsiteY640" fmla="*/ 2304161 h 3595124"/>
              <a:gd name="connsiteX641" fmla="*/ 556219 w 3648669"/>
              <a:gd name="connsiteY641" fmla="*/ 2337164 h 3595124"/>
              <a:gd name="connsiteX642" fmla="*/ 912683 w 3648669"/>
              <a:gd name="connsiteY642" fmla="*/ 2434734 h 3595124"/>
              <a:gd name="connsiteX643" fmla="*/ 1023148 w 3648669"/>
              <a:gd name="connsiteY643" fmla="*/ 2654469 h 3595124"/>
              <a:gd name="connsiteX644" fmla="*/ 1214435 w 3648669"/>
              <a:gd name="connsiteY644" fmla="*/ 2945740 h 3595124"/>
              <a:gd name="connsiteX645" fmla="*/ 989679 w 3648669"/>
              <a:gd name="connsiteY645" fmla="*/ 3051082 h 3595124"/>
              <a:gd name="connsiteX646" fmla="*/ 960240 w 3648669"/>
              <a:gd name="connsiteY646" fmla="*/ 3078234 h 3595124"/>
              <a:gd name="connsiteX647" fmla="*/ 500627 w 3648669"/>
              <a:gd name="connsiteY647" fmla="*/ 2590343 h 3595124"/>
              <a:gd name="connsiteX648" fmla="*/ 469698 w 3648669"/>
              <a:gd name="connsiteY648" fmla="*/ 2319901 h 3595124"/>
              <a:gd name="connsiteX649" fmla="*/ 469698 w 3648669"/>
              <a:gd name="connsiteY649" fmla="*/ 2307734 h 3595124"/>
              <a:gd name="connsiteX650" fmla="*/ 474330 w 3648669"/>
              <a:gd name="connsiteY650" fmla="*/ 2304161 h 3595124"/>
              <a:gd name="connsiteX651" fmla="*/ 461299 w 3648669"/>
              <a:gd name="connsiteY651" fmla="*/ 2314016 h 3595124"/>
              <a:gd name="connsiteX652" fmla="*/ 461299 w 3648669"/>
              <a:gd name="connsiteY652" fmla="*/ 2320332 h 3595124"/>
              <a:gd name="connsiteX653" fmla="*/ 489511 w 3648669"/>
              <a:gd name="connsiteY653" fmla="*/ 2573934 h 3595124"/>
              <a:gd name="connsiteX654" fmla="*/ 373559 w 3648669"/>
              <a:gd name="connsiteY654" fmla="*/ 2385322 h 3595124"/>
              <a:gd name="connsiteX655" fmla="*/ 461299 w 3648669"/>
              <a:gd name="connsiteY655" fmla="*/ 2314016 h 3595124"/>
              <a:gd name="connsiteX656" fmla="*/ 3052134 w 3648669"/>
              <a:gd name="connsiteY656" fmla="*/ 2332965 h 3595124"/>
              <a:gd name="connsiteX657" fmla="*/ 3050050 w 3648669"/>
              <a:gd name="connsiteY657" fmla="*/ 2428646 h 3595124"/>
              <a:gd name="connsiteX658" fmla="*/ 2975773 w 3648669"/>
              <a:gd name="connsiteY658" fmla="*/ 2848771 h 3595124"/>
              <a:gd name="connsiteX659" fmla="*/ 2916006 w 3648669"/>
              <a:gd name="connsiteY659" fmla="*/ 2914193 h 3595124"/>
              <a:gd name="connsiteX660" fmla="*/ 2709767 w 3648669"/>
              <a:gd name="connsiteY660" fmla="*/ 3095464 h 3595124"/>
              <a:gd name="connsiteX661" fmla="*/ 2556799 w 3648669"/>
              <a:gd name="connsiteY661" fmla="*/ 2968625 h 3595124"/>
              <a:gd name="connsiteX662" fmla="*/ 2533220 w 3648669"/>
              <a:gd name="connsiteY662" fmla="*/ 2959168 h 3595124"/>
              <a:gd name="connsiteX663" fmla="*/ 2709369 w 3648669"/>
              <a:gd name="connsiteY663" fmla="*/ 2729112 h 3595124"/>
              <a:gd name="connsiteX664" fmla="*/ 2904865 w 3648669"/>
              <a:gd name="connsiteY664" fmla="*/ 2380259 h 3595124"/>
              <a:gd name="connsiteX665" fmla="*/ 3036360 w 3648669"/>
              <a:gd name="connsiteY665" fmla="*/ 2339018 h 3595124"/>
              <a:gd name="connsiteX666" fmla="*/ 3052134 w 3648669"/>
              <a:gd name="connsiteY666" fmla="*/ 2332931 h 3595124"/>
              <a:gd name="connsiteX667" fmla="*/ 2894112 w 3648669"/>
              <a:gd name="connsiteY667" fmla="*/ 2383003 h 3595124"/>
              <a:gd name="connsiteX668" fmla="*/ 2702189 w 3648669"/>
              <a:gd name="connsiteY668" fmla="*/ 2724514 h 3595124"/>
              <a:gd name="connsiteX669" fmla="*/ 2525016 w 3648669"/>
              <a:gd name="connsiteY669" fmla="*/ 2955832 h 3595124"/>
              <a:gd name="connsiteX670" fmla="*/ 2183708 w 3648669"/>
              <a:gd name="connsiteY670" fmla="*/ 2876127 h 3595124"/>
              <a:gd name="connsiteX671" fmla="*/ 2190853 w 3648669"/>
              <a:gd name="connsiteY671" fmla="*/ 2645012 h 3595124"/>
              <a:gd name="connsiteX672" fmla="*/ 2219886 w 3648669"/>
              <a:gd name="connsiteY672" fmla="*/ 2533786 h 3595124"/>
              <a:gd name="connsiteX673" fmla="*/ 2228090 w 3648669"/>
              <a:gd name="connsiteY673" fmla="*/ 2498463 h 3595124"/>
              <a:gd name="connsiteX674" fmla="*/ 2894112 w 3648669"/>
              <a:gd name="connsiteY674" fmla="*/ 2383003 h 3595124"/>
              <a:gd name="connsiteX675" fmla="*/ 367244 w 3648669"/>
              <a:gd name="connsiteY675" fmla="*/ 2391410 h 3595124"/>
              <a:gd name="connsiteX676" fmla="*/ 492651 w 3648669"/>
              <a:gd name="connsiteY676" fmla="*/ 2594339 h 3595124"/>
              <a:gd name="connsiteX677" fmla="*/ 656169 w 3648669"/>
              <a:gd name="connsiteY677" fmla="*/ 3040169 h 3595124"/>
              <a:gd name="connsiteX678" fmla="*/ 394828 w 3648669"/>
              <a:gd name="connsiteY678" fmla="*/ 2886439 h 3595124"/>
              <a:gd name="connsiteX679" fmla="*/ 275930 w 3648669"/>
              <a:gd name="connsiteY679" fmla="*/ 2724082 h 3595124"/>
              <a:gd name="connsiteX680" fmla="*/ 337576 w 3648669"/>
              <a:gd name="connsiteY680" fmla="*/ 2424879 h 3595124"/>
              <a:gd name="connsiteX681" fmla="*/ 367244 w 3648669"/>
              <a:gd name="connsiteY681" fmla="*/ 2391436 h 3595124"/>
              <a:gd name="connsiteX682" fmla="*/ 3297735 w 3648669"/>
              <a:gd name="connsiteY682" fmla="*/ 2407183 h 3595124"/>
              <a:gd name="connsiteX683" fmla="*/ 3378727 w 3648669"/>
              <a:gd name="connsiteY683" fmla="*/ 2707911 h 3595124"/>
              <a:gd name="connsiteX684" fmla="*/ 2880421 w 3648669"/>
              <a:gd name="connsiteY684" fmla="*/ 3092950 h 3595124"/>
              <a:gd name="connsiteX685" fmla="*/ 2982910 w 3648669"/>
              <a:gd name="connsiteY685" fmla="*/ 2853631 h 3595124"/>
              <a:gd name="connsiteX686" fmla="*/ 3297700 w 3648669"/>
              <a:gd name="connsiteY686" fmla="*/ 2407217 h 3595124"/>
              <a:gd name="connsiteX687" fmla="*/ 923199 w 3648669"/>
              <a:gd name="connsiteY687" fmla="*/ 2437045 h 3595124"/>
              <a:gd name="connsiteX688" fmla="*/ 1234213 w 3648669"/>
              <a:gd name="connsiteY688" fmla="*/ 2486262 h 3595124"/>
              <a:gd name="connsiteX689" fmla="*/ 1264744 w 3648669"/>
              <a:gd name="connsiteY689" fmla="*/ 2931651 h 3595124"/>
              <a:gd name="connsiteX690" fmla="*/ 1223266 w 3648669"/>
              <a:gd name="connsiteY690" fmla="*/ 2943191 h 3595124"/>
              <a:gd name="connsiteX691" fmla="*/ 1030522 w 3648669"/>
              <a:gd name="connsiteY691" fmla="*/ 2650270 h 3595124"/>
              <a:gd name="connsiteX692" fmla="*/ 923199 w 3648669"/>
              <a:gd name="connsiteY692" fmla="*/ 2437045 h 3595124"/>
              <a:gd name="connsiteX693" fmla="*/ 1242849 w 3648669"/>
              <a:gd name="connsiteY693" fmla="*/ 2487320 h 3595124"/>
              <a:gd name="connsiteX694" fmla="*/ 1587332 w 3648669"/>
              <a:gd name="connsiteY694" fmla="*/ 2514007 h 3595124"/>
              <a:gd name="connsiteX695" fmla="*/ 1592167 w 3648669"/>
              <a:gd name="connsiteY695" fmla="*/ 2548932 h 3595124"/>
              <a:gd name="connsiteX696" fmla="*/ 1648987 w 3648669"/>
              <a:gd name="connsiteY696" fmla="*/ 2869209 h 3595124"/>
              <a:gd name="connsiteX697" fmla="*/ 1273143 w 3648669"/>
              <a:gd name="connsiteY697" fmla="*/ 2929340 h 3595124"/>
              <a:gd name="connsiteX698" fmla="*/ 1242849 w 3648669"/>
              <a:gd name="connsiteY698" fmla="*/ 2487287 h 3595124"/>
              <a:gd name="connsiteX699" fmla="*/ 2219225 w 3648669"/>
              <a:gd name="connsiteY699" fmla="*/ 2499292 h 3595124"/>
              <a:gd name="connsiteX700" fmla="*/ 2211656 w 3648669"/>
              <a:gd name="connsiteY700" fmla="*/ 2531898 h 3595124"/>
              <a:gd name="connsiteX701" fmla="*/ 2190820 w 3648669"/>
              <a:gd name="connsiteY701" fmla="*/ 2611806 h 3595124"/>
              <a:gd name="connsiteX702" fmla="*/ 2189558 w 3648669"/>
              <a:gd name="connsiteY702" fmla="*/ 2501807 h 3595124"/>
              <a:gd name="connsiteX703" fmla="*/ 2181159 w 3648669"/>
              <a:gd name="connsiteY703" fmla="*/ 2502433 h 3595124"/>
              <a:gd name="connsiteX704" fmla="*/ 2182616 w 3648669"/>
              <a:gd name="connsiteY704" fmla="*/ 2637866 h 3595124"/>
              <a:gd name="connsiteX705" fmla="*/ 2182421 w 3648669"/>
              <a:gd name="connsiteY705" fmla="*/ 2643556 h 3595124"/>
              <a:gd name="connsiteX706" fmla="*/ 2114450 w 3648669"/>
              <a:gd name="connsiteY706" fmla="*/ 2869175 h 3595124"/>
              <a:gd name="connsiteX707" fmla="*/ 1847623 w 3648669"/>
              <a:gd name="connsiteY707" fmla="*/ 2859524 h 3595124"/>
              <a:gd name="connsiteX708" fmla="*/ 1731037 w 3648669"/>
              <a:gd name="connsiteY708" fmla="*/ 2863292 h 3595124"/>
              <a:gd name="connsiteX709" fmla="*/ 1657580 w 3648669"/>
              <a:gd name="connsiteY709" fmla="*/ 2868549 h 3595124"/>
              <a:gd name="connsiteX710" fmla="*/ 1600566 w 3648669"/>
              <a:gd name="connsiteY710" fmla="*/ 2547679 h 3595124"/>
              <a:gd name="connsiteX711" fmla="*/ 1595935 w 3648669"/>
              <a:gd name="connsiteY711" fmla="*/ 2514439 h 3595124"/>
              <a:gd name="connsiteX712" fmla="*/ 1788051 w 3648669"/>
              <a:gd name="connsiteY712" fmla="*/ 2518436 h 3595124"/>
              <a:gd name="connsiteX713" fmla="*/ 2181159 w 3648669"/>
              <a:gd name="connsiteY713" fmla="*/ 2502467 h 3595124"/>
              <a:gd name="connsiteX714" fmla="*/ 505293 w 3648669"/>
              <a:gd name="connsiteY714" fmla="*/ 2612627 h 3595124"/>
              <a:gd name="connsiteX715" fmla="*/ 954322 w 3648669"/>
              <a:gd name="connsiteY715" fmla="*/ 3084517 h 3595124"/>
              <a:gd name="connsiteX716" fmla="*/ 923199 w 3648669"/>
              <a:gd name="connsiteY716" fmla="*/ 3132667 h 3595124"/>
              <a:gd name="connsiteX717" fmla="*/ 770832 w 3648669"/>
              <a:gd name="connsiteY717" fmla="*/ 3085372 h 3595124"/>
              <a:gd name="connsiteX718" fmla="*/ 669004 w 3648669"/>
              <a:gd name="connsiteY718" fmla="*/ 3045816 h 3595124"/>
              <a:gd name="connsiteX719" fmla="*/ 505258 w 3648669"/>
              <a:gd name="connsiteY719" fmla="*/ 2612627 h 3595124"/>
              <a:gd name="connsiteX720" fmla="*/ 2181362 w 3648669"/>
              <a:gd name="connsiteY720" fmla="*/ 2681393 h 3595124"/>
              <a:gd name="connsiteX721" fmla="*/ 2175275 w 3648669"/>
              <a:gd name="connsiteY721" fmla="*/ 2875069 h 3595124"/>
              <a:gd name="connsiteX722" fmla="*/ 2123086 w 3648669"/>
              <a:gd name="connsiteY722" fmla="*/ 2869802 h 3595124"/>
              <a:gd name="connsiteX723" fmla="*/ 2181362 w 3648669"/>
              <a:gd name="connsiteY723" fmla="*/ 2681393 h 3595124"/>
              <a:gd name="connsiteX724" fmla="*/ 3362327 w 3648669"/>
              <a:gd name="connsiteY724" fmla="*/ 2746578 h 3595124"/>
              <a:gd name="connsiteX725" fmla="*/ 3345063 w 3648669"/>
              <a:gd name="connsiteY725" fmla="*/ 2774984 h 3595124"/>
              <a:gd name="connsiteX726" fmla="*/ 3110012 w 3648669"/>
              <a:gd name="connsiteY726" fmla="*/ 3060734 h 3595124"/>
              <a:gd name="connsiteX727" fmla="*/ 3108759 w 3648669"/>
              <a:gd name="connsiteY727" fmla="*/ 3062029 h 3595124"/>
              <a:gd name="connsiteX728" fmla="*/ 2713763 w 3648669"/>
              <a:gd name="connsiteY728" fmla="*/ 3313938 h 3595124"/>
              <a:gd name="connsiteX729" fmla="*/ 2873673 w 3648669"/>
              <a:gd name="connsiteY729" fmla="*/ 3104693 h 3595124"/>
              <a:gd name="connsiteX730" fmla="*/ 3362327 w 3648669"/>
              <a:gd name="connsiteY730" fmla="*/ 2746578 h 3595124"/>
              <a:gd name="connsiteX731" fmla="*/ 1847852 w 3648669"/>
              <a:gd name="connsiteY731" fmla="*/ 2867923 h 3595124"/>
              <a:gd name="connsiteX732" fmla="*/ 2111512 w 3648669"/>
              <a:gd name="connsiteY732" fmla="*/ 2877608 h 3595124"/>
              <a:gd name="connsiteX733" fmla="*/ 1946107 w 3648669"/>
              <a:gd name="connsiteY733" fmla="*/ 3257389 h 3595124"/>
              <a:gd name="connsiteX734" fmla="*/ 1756734 w 3648669"/>
              <a:gd name="connsiteY734" fmla="*/ 3255501 h 3595124"/>
              <a:gd name="connsiteX735" fmla="*/ 1659299 w 3648669"/>
              <a:gd name="connsiteY735" fmla="*/ 2876982 h 3595124"/>
              <a:gd name="connsiteX736" fmla="*/ 1731469 w 3648669"/>
              <a:gd name="connsiteY736" fmla="*/ 2871724 h 3595124"/>
              <a:gd name="connsiteX737" fmla="*/ 1847852 w 3648669"/>
              <a:gd name="connsiteY737" fmla="*/ 2867956 h 3595124"/>
              <a:gd name="connsiteX738" fmla="*/ 2968821 w 3648669"/>
              <a:gd name="connsiteY738" fmla="*/ 2869175 h 3595124"/>
              <a:gd name="connsiteX739" fmla="*/ 2867823 w 3648669"/>
              <a:gd name="connsiteY739" fmla="*/ 3097979 h 3595124"/>
              <a:gd name="connsiteX740" fmla="*/ 2726827 w 3648669"/>
              <a:gd name="connsiteY740" fmla="*/ 3147187 h 3595124"/>
              <a:gd name="connsiteX741" fmla="*/ 2713137 w 3648669"/>
              <a:gd name="connsiteY741" fmla="*/ 3103863 h 3595124"/>
              <a:gd name="connsiteX742" fmla="*/ 2922094 w 3648669"/>
              <a:gd name="connsiteY742" fmla="*/ 2920272 h 3595124"/>
              <a:gd name="connsiteX743" fmla="*/ 2968821 w 3648669"/>
              <a:gd name="connsiteY743" fmla="*/ 2869175 h 3595124"/>
              <a:gd name="connsiteX744" fmla="*/ 1650866 w 3648669"/>
              <a:gd name="connsiteY744" fmla="*/ 2877608 h 3595124"/>
              <a:gd name="connsiteX745" fmla="*/ 1747869 w 3648669"/>
              <a:gd name="connsiteY745" fmla="*/ 3255273 h 3595124"/>
              <a:gd name="connsiteX746" fmla="*/ 1708118 w 3648669"/>
              <a:gd name="connsiteY746" fmla="*/ 3254011 h 3595124"/>
              <a:gd name="connsiteX747" fmla="*/ 1504418 w 3648669"/>
              <a:gd name="connsiteY747" fmla="*/ 3238670 h 3595124"/>
              <a:gd name="connsiteX748" fmla="*/ 1286207 w 3648669"/>
              <a:gd name="connsiteY748" fmla="*/ 3022270 h 3595124"/>
              <a:gd name="connsiteX749" fmla="*/ 1274201 w 3648669"/>
              <a:gd name="connsiteY749" fmla="*/ 2937967 h 3595124"/>
              <a:gd name="connsiteX750" fmla="*/ 1650866 w 3648669"/>
              <a:gd name="connsiteY750" fmla="*/ 2877608 h 3595124"/>
              <a:gd name="connsiteX751" fmla="*/ 2120343 w 3648669"/>
              <a:gd name="connsiteY751" fmla="*/ 2878244 h 3595124"/>
              <a:gd name="connsiteX752" fmla="*/ 2175038 w 3648669"/>
              <a:gd name="connsiteY752" fmla="*/ 2883899 h 3595124"/>
              <a:gd name="connsiteX753" fmla="*/ 2138860 w 3648669"/>
              <a:gd name="connsiteY753" fmla="*/ 3248956 h 3595124"/>
              <a:gd name="connsiteX754" fmla="*/ 1955802 w 3648669"/>
              <a:gd name="connsiteY754" fmla="*/ 3257355 h 3595124"/>
              <a:gd name="connsiteX755" fmla="*/ 2120343 w 3648669"/>
              <a:gd name="connsiteY755" fmla="*/ 2878209 h 3595124"/>
              <a:gd name="connsiteX756" fmla="*/ 2183479 w 3648669"/>
              <a:gd name="connsiteY756" fmla="*/ 2884949 h 3595124"/>
              <a:gd name="connsiteX757" fmla="*/ 2519326 w 3648669"/>
              <a:gd name="connsiteY757" fmla="*/ 2962546 h 3595124"/>
              <a:gd name="connsiteX758" fmla="*/ 2210200 w 3648669"/>
              <a:gd name="connsiteY758" fmla="*/ 3243699 h 3595124"/>
              <a:gd name="connsiteX759" fmla="*/ 2147691 w 3648669"/>
              <a:gd name="connsiteY759" fmla="*/ 3248321 h 3595124"/>
              <a:gd name="connsiteX760" fmla="*/ 2183479 w 3648669"/>
              <a:gd name="connsiteY760" fmla="*/ 2884949 h 3595124"/>
              <a:gd name="connsiteX761" fmla="*/ 390197 w 3648669"/>
              <a:gd name="connsiteY761" fmla="*/ 2893780 h 3595124"/>
              <a:gd name="connsiteX762" fmla="*/ 391449 w 3648669"/>
              <a:gd name="connsiteY762" fmla="*/ 2894838 h 3595124"/>
              <a:gd name="connsiteX763" fmla="*/ 792101 w 3648669"/>
              <a:gd name="connsiteY763" fmla="*/ 3226266 h 3595124"/>
              <a:gd name="connsiteX764" fmla="*/ 830201 w 3648669"/>
              <a:gd name="connsiteY764" fmla="*/ 3264958 h 3595124"/>
              <a:gd name="connsiteX765" fmla="*/ 998535 w 3648669"/>
              <a:gd name="connsiteY765" fmla="*/ 3390273 h 3595124"/>
              <a:gd name="connsiteX766" fmla="*/ 390163 w 3648669"/>
              <a:gd name="connsiteY766" fmla="*/ 2893780 h 3595124"/>
              <a:gd name="connsiteX767" fmla="*/ 426374 w 3648669"/>
              <a:gd name="connsiteY767" fmla="*/ 2922194 h 3595124"/>
              <a:gd name="connsiteX768" fmla="*/ 663314 w 3648669"/>
              <a:gd name="connsiteY768" fmla="*/ 3052335 h 3595124"/>
              <a:gd name="connsiteX769" fmla="*/ 774007 w 3648669"/>
              <a:gd name="connsiteY769" fmla="*/ 3206056 h 3595124"/>
              <a:gd name="connsiteX770" fmla="*/ 426374 w 3648669"/>
              <a:gd name="connsiteY770" fmla="*/ 2922194 h 3595124"/>
              <a:gd name="connsiteX771" fmla="*/ 1265802 w 3648669"/>
              <a:gd name="connsiteY771" fmla="*/ 2940253 h 3595124"/>
              <a:gd name="connsiteX772" fmla="*/ 1275488 w 3648669"/>
              <a:gd name="connsiteY772" fmla="*/ 3008808 h 3595124"/>
              <a:gd name="connsiteX773" fmla="*/ 1229193 w 3648669"/>
              <a:gd name="connsiteY773" fmla="*/ 2950566 h 3595124"/>
              <a:gd name="connsiteX774" fmla="*/ 1220362 w 3648669"/>
              <a:gd name="connsiteY774" fmla="*/ 2952886 h 3595124"/>
              <a:gd name="connsiteX775" fmla="*/ 1278003 w 3648669"/>
              <a:gd name="connsiteY775" fmla="*/ 3025843 h 3595124"/>
              <a:gd name="connsiteX776" fmla="*/ 1319244 w 3648669"/>
              <a:gd name="connsiteY776" fmla="*/ 3216182 h 3595124"/>
              <a:gd name="connsiteX777" fmla="*/ 1099771 w 3648669"/>
              <a:gd name="connsiteY777" fmla="*/ 3176626 h 3595124"/>
              <a:gd name="connsiteX778" fmla="*/ 966556 w 3648669"/>
              <a:gd name="connsiteY778" fmla="*/ 3083458 h 3595124"/>
              <a:gd name="connsiteX779" fmla="*/ 994767 w 3648669"/>
              <a:gd name="connsiteY779" fmla="*/ 3057593 h 3595124"/>
              <a:gd name="connsiteX780" fmla="*/ 1220362 w 3648669"/>
              <a:gd name="connsiteY780" fmla="*/ 2952886 h 3595124"/>
              <a:gd name="connsiteX781" fmla="*/ 2527530 w 3648669"/>
              <a:gd name="connsiteY781" fmla="*/ 2965916 h 3595124"/>
              <a:gd name="connsiteX782" fmla="*/ 2553193 w 3648669"/>
              <a:gd name="connsiteY782" fmla="*/ 2976431 h 3595124"/>
              <a:gd name="connsiteX783" fmla="*/ 2702816 w 3648669"/>
              <a:gd name="connsiteY783" fmla="*/ 3101120 h 3595124"/>
              <a:gd name="connsiteX784" fmla="*/ 2583724 w 3648669"/>
              <a:gd name="connsiteY784" fmla="*/ 3185253 h 3595124"/>
              <a:gd name="connsiteX785" fmla="*/ 2227260 w 3648669"/>
              <a:gd name="connsiteY785" fmla="*/ 3242243 h 3595124"/>
              <a:gd name="connsiteX786" fmla="*/ 2527530 w 3648669"/>
              <a:gd name="connsiteY786" fmla="*/ 2965916 h 3595124"/>
              <a:gd name="connsiteX787" fmla="*/ 1289543 w 3648669"/>
              <a:gd name="connsiteY787" fmla="*/ 3039931 h 3595124"/>
              <a:gd name="connsiteX788" fmla="*/ 1489043 w 3648669"/>
              <a:gd name="connsiteY788" fmla="*/ 3237179 h 3595124"/>
              <a:gd name="connsiteX789" fmla="*/ 1328506 w 3648669"/>
              <a:gd name="connsiteY789" fmla="*/ 3217833 h 3595124"/>
              <a:gd name="connsiteX790" fmla="*/ 1289543 w 3648669"/>
              <a:gd name="connsiteY790" fmla="*/ 3039931 h 3595124"/>
              <a:gd name="connsiteX791" fmla="*/ 675947 w 3648669"/>
              <a:gd name="connsiteY791" fmla="*/ 3058025 h 3595124"/>
              <a:gd name="connsiteX792" fmla="*/ 768123 w 3648669"/>
              <a:gd name="connsiteY792" fmla="*/ 3093348 h 3595124"/>
              <a:gd name="connsiteX793" fmla="*/ 919829 w 3648669"/>
              <a:gd name="connsiteY793" fmla="*/ 3140676 h 3595124"/>
              <a:gd name="connsiteX794" fmla="*/ 926145 w 3648669"/>
              <a:gd name="connsiteY794" fmla="*/ 3243699 h 3595124"/>
              <a:gd name="connsiteX795" fmla="*/ 961697 w 3648669"/>
              <a:gd name="connsiteY795" fmla="*/ 3299849 h 3595124"/>
              <a:gd name="connsiteX796" fmla="*/ 797553 w 3648669"/>
              <a:gd name="connsiteY796" fmla="*/ 3219950 h 3595124"/>
              <a:gd name="connsiteX797" fmla="*/ 675947 w 3648669"/>
              <a:gd name="connsiteY797" fmla="*/ 3058025 h 3595124"/>
              <a:gd name="connsiteX798" fmla="*/ 960867 w 3648669"/>
              <a:gd name="connsiteY798" fmla="*/ 3089775 h 3595124"/>
              <a:gd name="connsiteX799" fmla="*/ 1077453 w 3648669"/>
              <a:gd name="connsiteY799" fmla="*/ 3171791 h 3595124"/>
              <a:gd name="connsiteX800" fmla="*/ 931403 w 3648669"/>
              <a:gd name="connsiteY800" fmla="*/ 3134987 h 3595124"/>
              <a:gd name="connsiteX801" fmla="*/ 960867 w 3648669"/>
              <a:gd name="connsiteY801" fmla="*/ 3089775 h 3595124"/>
              <a:gd name="connsiteX802" fmla="*/ 2706389 w 3648669"/>
              <a:gd name="connsiteY802" fmla="*/ 3109316 h 3595124"/>
              <a:gd name="connsiteX803" fmla="*/ 2718598 w 3648669"/>
              <a:gd name="connsiteY803" fmla="*/ 3149701 h 3595124"/>
              <a:gd name="connsiteX804" fmla="*/ 2705136 w 3648669"/>
              <a:gd name="connsiteY804" fmla="*/ 3154130 h 3595124"/>
              <a:gd name="connsiteX805" fmla="*/ 2609818 w 3648669"/>
              <a:gd name="connsiteY805" fmla="*/ 3178937 h 3595124"/>
              <a:gd name="connsiteX806" fmla="*/ 2706389 w 3648669"/>
              <a:gd name="connsiteY806" fmla="*/ 3109316 h 3595124"/>
              <a:gd name="connsiteX807" fmla="*/ 2861075 w 3648669"/>
              <a:gd name="connsiteY807" fmla="*/ 3109553 h 3595124"/>
              <a:gd name="connsiteX808" fmla="*/ 2697126 w 3648669"/>
              <a:gd name="connsiteY808" fmla="*/ 3318375 h 3595124"/>
              <a:gd name="connsiteX809" fmla="*/ 2690844 w 3648669"/>
              <a:gd name="connsiteY809" fmla="*/ 3323827 h 3595124"/>
              <a:gd name="connsiteX810" fmla="*/ 2663260 w 3648669"/>
              <a:gd name="connsiteY810" fmla="*/ 3333920 h 3595124"/>
              <a:gd name="connsiteX811" fmla="*/ 2727657 w 3648669"/>
              <a:gd name="connsiteY811" fmla="*/ 3155586 h 3595124"/>
              <a:gd name="connsiteX812" fmla="*/ 2861075 w 3648669"/>
              <a:gd name="connsiteY812" fmla="*/ 3109553 h 3595124"/>
              <a:gd name="connsiteX813" fmla="*/ 927830 w 3648669"/>
              <a:gd name="connsiteY813" fmla="*/ 3142988 h 3595124"/>
              <a:gd name="connsiteX814" fmla="*/ 1095969 w 3648669"/>
              <a:gd name="connsiteY814" fmla="*/ 3184398 h 3595124"/>
              <a:gd name="connsiteX815" fmla="*/ 1351425 w 3648669"/>
              <a:gd name="connsiteY815" fmla="*/ 3318773 h 3595124"/>
              <a:gd name="connsiteX816" fmla="*/ 1391846 w 3648669"/>
              <a:gd name="connsiteY816" fmla="*/ 3413421 h 3595124"/>
              <a:gd name="connsiteX817" fmla="*/ 979587 w 3648669"/>
              <a:gd name="connsiteY817" fmla="*/ 3307232 h 3595124"/>
              <a:gd name="connsiteX818" fmla="*/ 933943 w 3648669"/>
              <a:gd name="connsiteY818" fmla="*/ 3240354 h 3595124"/>
              <a:gd name="connsiteX819" fmla="*/ 927830 w 3648669"/>
              <a:gd name="connsiteY819" fmla="*/ 3142988 h 3595124"/>
              <a:gd name="connsiteX820" fmla="*/ 2719224 w 3648669"/>
              <a:gd name="connsiteY820" fmla="*/ 3158338 h 3595124"/>
              <a:gd name="connsiteX821" fmla="*/ 2648942 w 3648669"/>
              <a:gd name="connsiteY821" fmla="*/ 3339177 h 3595124"/>
              <a:gd name="connsiteX822" fmla="*/ 2106881 w 3648669"/>
              <a:gd name="connsiteY822" fmla="*/ 3427087 h 3595124"/>
              <a:gd name="connsiteX823" fmla="*/ 2115941 w 3648669"/>
              <a:gd name="connsiteY823" fmla="*/ 3398274 h 3595124"/>
              <a:gd name="connsiteX824" fmla="*/ 2587491 w 3648669"/>
              <a:gd name="connsiteY824" fmla="*/ 3193025 h 3595124"/>
              <a:gd name="connsiteX825" fmla="*/ 2707447 w 3648669"/>
              <a:gd name="connsiteY825" fmla="*/ 3162105 h 3595124"/>
              <a:gd name="connsiteX826" fmla="*/ 2719224 w 3648669"/>
              <a:gd name="connsiteY826" fmla="*/ 3158338 h 3595124"/>
              <a:gd name="connsiteX827" fmla="*/ 2988803 w 3648669"/>
              <a:gd name="connsiteY827" fmla="*/ 3169674 h 3595124"/>
              <a:gd name="connsiteX828" fmla="*/ 2584122 w 3648669"/>
              <a:gd name="connsiteY828" fmla="*/ 3422023 h 3595124"/>
              <a:gd name="connsiteX829" fmla="*/ 2584350 w 3648669"/>
              <a:gd name="connsiteY829" fmla="*/ 3421625 h 3595124"/>
              <a:gd name="connsiteX830" fmla="*/ 2605153 w 3648669"/>
              <a:gd name="connsiteY830" fmla="*/ 3400595 h 3595124"/>
              <a:gd name="connsiteX831" fmla="*/ 2696305 w 3648669"/>
              <a:gd name="connsiteY831" fmla="*/ 3330152 h 3595124"/>
              <a:gd name="connsiteX832" fmla="*/ 2988769 w 3648669"/>
              <a:gd name="connsiteY832" fmla="*/ 3169674 h 3595124"/>
              <a:gd name="connsiteX833" fmla="*/ 1119320 w 3648669"/>
              <a:gd name="connsiteY833" fmla="*/ 3189258 h 3595124"/>
              <a:gd name="connsiteX834" fmla="*/ 1321326 w 3648669"/>
              <a:gd name="connsiteY834" fmla="*/ 3225207 h 3595124"/>
              <a:gd name="connsiteX835" fmla="*/ 1347624 w 3648669"/>
              <a:gd name="connsiteY835" fmla="*/ 3307859 h 3595124"/>
              <a:gd name="connsiteX836" fmla="*/ 1119320 w 3648669"/>
              <a:gd name="connsiteY836" fmla="*/ 3189258 h 3595124"/>
              <a:gd name="connsiteX837" fmla="*/ 2563912 w 3648669"/>
              <a:gd name="connsiteY837" fmla="*/ 3198089 h 3595124"/>
              <a:gd name="connsiteX838" fmla="*/ 2118226 w 3648669"/>
              <a:gd name="connsiteY838" fmla="*/ 3389021 h 3595124"/>
              <a:gd name="connsiteX839" fmla="*/ 2138233 w 3648669"/>
              <a:gd name="connsiteY839" fmla="*/ 3300908 h 3595124"/>
              <a:gd name="connsiteX840" fmla="*/ 2213341 w 3648669"/>
              <a:gd name="connsiteY840" fmla="*/ 3251700 h 3595124"/>
              <a:gd name="connsiteX841" fmla="*/ 2563912 w 3648669"/>
              <a:gd name="connsiteY841" fmla="*/ 3198089 h 3595124"/>
              <a:gd name="connsiteX842" fmla="*/ 1330793 w 3648669"/>
              <a:gd name="connsiteY842" fmla="*/ 3226664 h 3595124"/>
              <a:gd name="connsiteX843" fmla="*/ 1501243 w 3648669"/>
              <a:gd name="connsiteY843" fmla="*/ 3246874 h 3595124"/>
              <a:gd name="connsiteX844" fmla="*/ 1795231 w 3648669"/>
              <a:gd name="connsiteY844" fmla="*/ 3421592 h 3595124"/>
              <a:gd name="connsiteX845" fmla="*/ 1785546 w 3648669"/>
              <a:gd name="connsiteY845" fmla="*/ 3422455 h 3595124"/>
              <a:gd name="connsiteX846" fmla="*/ 1358368 w 3648669"/>
              <a:gd name="connsiteY846" fmla="*/ 3312253 h 3595124"/>
              <a:gd name="connsiteX847" fmla="*/ 1330826 w 3648669"/>
              <a:gd name="connsiteY847" fmla="*/ 3226664 h 3595124"/>
              <a:gd name="connsiteX848" fmla="*/ 816933 w 3648669"/>
              <a:gd name="connsiteY848" fmla="*/ 3239499 h 3595124"/>
              <a:gd name="connsiteX849" fmla="*/ 974134 w 3648669"/>
              <a:gd name="connsiteY849" fmla="*/ 3313743 h 3595124"/>
              <a:gd name="connsiteX850" fmla="*/ 1151731 w 3648669"/>
              <a:gd name="connsiteY850" fmla="*/ 3449142 h 3595124"/>
              <a:gd name="connsiteX851" fmla="*/ 835856 w 3648669"/>
              <a:gd name="connsiteY851" fmla="*/ 3258846 h 3595124"/>
              <a:gd name="connsiteX852" fmla="*/ 816933 w 3648669"/>
              <a:gd name="connsiteY852" fmla="*/ 3239499 h 3595124"/>
              <a:gd name="connsiteX853" fmla="*/ 1516822 w 3648669"/>
              <a:gd name="connsiteY853" fmla="*/ 3248558 h 3595124"/>
              <a:gd name="connsiteX854" fmla="*/ 1707686 w 3648669"/>
              <a:gd name="connsiteY854" fmla="*/ 3262419 h 3595124"/>
              <a:gd name="connsiteX855" fmla="*/ 1750621 w 3648669"/>
              <a:gd name="connsiteY855" fmla="*/ 3263672 h 3595124"/>
              <a:gd name="connsiteX856" fmla="*/ 1817524 w 3648669"/>
              <a:gd name="connsiteY856" fmla="*/ 3419314 h 3595124"/>
              <a:gd name="connsiteX857" fmla="*/ 1813951 w 3648669"/>
              <a:gd name="connsiteY857" fmla="*/ 3419712 h 3595124"/>
              <a:gd name="connsiteX858" fmla="*/ 1516822 w 3648669"/>
              <a:gd name="connsiteY858" fmla="*/ 3248558 h 3595124"/>
              <a:gd name="connsiteX859" fmla="*/ 2196738 w 3648669"/>
              <a:gd name="connsiteY859" fmla="*/ 3252952 h 3595124"/>
              <a:gd name="connsiteX860" fmla="*/ 2140113 w 3648669"/>
              <a:gd name="connsiteY860" fmla="*/ 3289766 h 3595124"/>
              <a:gd name="connsiteX861" fmla="*/ 2146234 w 3648669"/>
              <a:gd name="connsiteY861" fmla="*/ 3256957 h 3595124"/>
              <a:gd name="connsiteX862" fmla="*/ 2137403 w 3648669"/>
              <a:gd name="connsiteY862" fmla="*/ 3257584 h 3595124"/>
              <a:gd name="connsiteX863" fmla="*/ 2130223 w 3648669"/>
              <a:gd name="connsiteY863" fmla="*/ 3295853 h 3595124"/>
              <a:gd name="connsiteX864" fmla="*/ 1875199 w 3648669"/>
              <a:gd name="connsiteY864" fmla="*/ 3413625 h 3595124"/>
              <a:gd name="connsiteX865" fmla="*/ 1837336 w 3648669"/>
              <a:gd name="connsiteY865" fmla="*/ 3417392 h 3595124"/>
              <a:gd name="connsiteX866" fmla="*/ 1838157 w 3648669"/>
              <a:gd name="connsiteY866" fmla="*/ 3416571 h 3595124"/>
              <a:gd name="connsiteX867" fmla="*/ 1838361 w 3648669"/>
              <a:gd name="connsiteY867" fmla="*/ 3416139 h 3595124"/>
              <a:gd name="connsiteX868" fmla="*/ 1951365 w 3648669"/>
              <a:gd name="connsiteY868" fmla="*/ 3265788 h 3595124"/>
              <a:gd name="connsiteX869" fmla="*/ 2137403 w 3648669"/>
              <a:gd name="connsiteY869" fmla="*/ 3257584 h 3595124"/>
              <a:gd name="connsiteX870" fmla="*/ 1759443 w 3648669"/>
              <a:gd name="connsiteY870" fmla="*/ 3263900 h 3595124"/>
              <a:gd name="connsiteX871" fmla="*/ 1941476 w 3648669"/>
              <a:gd name="connsiteY871" fmla="*/ 3265788 h 3595124"/>
              <a:gd name="connsiteX872" fmla="*/ 1832273 w 3648669"/>
              <a:gd name="connsiteY872" fmla="*/ 3410483 h 3595124"/>
              <a:gd name="connsiteX873" fmla="*/ 1832045 w 3648669"/>
              <a:gd name="connsiteY873" fmla="*/ 3410678 h 3595124"/>
              <a:gd name="connsiteX874" fmla="*/ 1831841 w 3648669"/>
              <a:gd name="connsiteY874" fmla="*/ 3410678 h 3595124"/>
              <a:gd name="connsiteX875" fmla="*/ 1825728 w 3648669"/>
              <a:gd name="connsiteY875" fmla="*/ 3416994 h 3595124"/>
              <a:gd name="connsiteX876" fmla="*/ 1759443 w 3648669"/>
              <a:gd name="connsiteY876" fmla="*/ 3263900 h 3595124"/>
              <a:gd name="connsiteX877" fmla="*/ 2128344 w 3648669"/>
              <a:gd name="connsiteY877" fmla="*/ 3306995 h 3595124"/>
              <a:gd name="connsiteX878" fmla="*/ 2108998 w 3648669"/>
              <a:gd name="connsiteY878" fmla="*/ 3391137 h 3595124"/>
              <a:gd name="connsiteX879" fmla="*/ 1950307 w 3648669"/>
              <a:gd name="connsiteY879" fmla="*/ 3418654 h 3595124"/>
              <a:gd name="connsiteX880" fmla="*/ 1901293 w 3648669"/>
              <a:gd name="connsiteY880" fmla="*/ 3413625 h 3595124"/>
              <a:gd name="connsiteX881" fmla="*/ 2128344 w 3648669"/>
              <a:gd name="connsiteY881" fmla="*/ 3306995 h 3595124"/>
              <a:gd name="connsiteX882" fmla="*/ 992422 w 3648669"/>
              <a:gd name="connsiteY882" fmla="*/ 3321321 h 3595124"/>
              <a:gd name="connsiteX883" fmla="*/ 1397103 w 3648669"/>
              <a:gd name="connsiteY883" fmla="*/ 3422455 h 3595124"/>
              <a:gd name="connsiteX884" fmla="*/ 1443602 w 3648669"/>
              <a:gd name="connsiteY884" fmla="*/ 3493330 h 3595124"/>
              <a:gd name="connsiteX885" fmla="*/ 1188341 w 3648669"/>
              <a:gd name="connsiteY885" fmla="*/ 3460716 h 3595124"/>
              <a:gd name="connsiteX886" fmla="*/ 992456 w 3648669"/>
              <a:gd name="connsiteY886" fmla="*/ 3321321 h 3595124"/>
              <a:gd name="connsiteX887" fmla="*/ 1361941 w 3648669"/>
              <a:gd name="connsiteY887" fmla="*/ 3323200 h 3595124"/>
              <a:gd name="connsiteX888" fmla="*/ 1735669 w 3648669"/>
              <a:gd name="connsiteY888" fmla="*/ 3425198 h 3595124"/>
              <a:gd name="connsiteX889" fmla="*/ 1402124 w 3648669"/>
              <a:gd name="connsiteY889" fmla="*/ 3414683 h 3595124"/>
              <a:gd name="connsiteX890" fmla="*/ 1400439 w 3648669"/>
              <a:gd name="connsiteY890" fmla="*/ 3411940 h 3595124"/>
              <a:gd name="connsiteX891" fmla="*/ 1361941 w 3648669"/>
              <a:gd name="connsiteY891" fmla="*/ 3323200 h 3595124"/>
              <a:gd name="connsiteX892" fmla="*/ 2673546 w 3648669"/>
              <a:gd name="connsiteY892" fmla="*/ 3338745 h 3595124"/>
              <a:gd name="connsiteX893" fmla="*/ 2633135 w 3648669"/>
              <a:gd name="connsiteY893" fmla="*/ 3370732 h 3595124"/>
              <a:gd name="connsiteX894" fmla="*/ 2654598 w 3648669"/>
              <a:gd name="connsiteY894" fmla="*/ 3345688 h 3595124"/>
              <a:gd name="connsiteX895" fmla="*/ 2638198 w 3648669"/>
              <a:gd name="connsiteY895" fmla="*/ 3351809 h 3595124"/>
              <a:gd name="connsiteX896" fmla="*/ 2600098 w 3648669"/>
              <a:gd name="connsiteY896" fmla="*/ 3393652 h 3595124"/>
              <a:gd name="connsiteX897" fmla="*/ 2080355 w 3648669"/>
              <a:gd name="connsiteY897" fmla="*/ 3496276 h 3595124"/>
              <a:gd name="connsiteX898" fmla="*/ 2092758 w 3648669"/>
              <a:gd name="connsiteY898" fmla="*/ 3469750 h 3595124"/>
              <a:gd name="connsiteX899" fmla="*/ 2104129 w 3648669"/>
              <a:gd name="connsiteY899" fmla="*/ 3435282 h 3595124"/>
              <a:gd name="connsiteX900" fmla="*/ 2638198 w 3648669"/>
              <a:gd name="connsiteY900" fmla="*/ 3351775 h 3595124"/>
              <a:gd name="connsiteX901" fmla="*/ 2106847 w 3648669"/>
              <a:gd name="connsiteY901" fmla="*/ 3400366 h 3595124"/>
              <a:gd name="connsiteX902" fmla="*/ 2098017 w 3648669"/>
              <a:gd name="connsiteY902" fmla="*/ 3426849 h 3595124"/>
              <a:gd name="connsiteX903" fmla="*/ 1991125 w 3648669"/>
              <a:gd name="connsiteY903" fmla="*/ 3422252 h 3595124"/>
              <a:gd name="connsiteX904" fmla="*/ 2106847 w 3648669"/>
              <a:gd name="connsiteY904" fmla="*/ 3400366 h 3595124"/>
              <a:gd name="connsiteX905" fmla="*/ 1888000 w 3648669"/>
              <a:gd name="connsiteY905" fmla="*/ 3420771 h 3595124"/>
              <a:gd name="connsiteX906" fmla="*/ 1889059 w 3648669"/>
              <a:gd name="connsiteY906" fmla="*/ 3420771 h 3595124"/>
              <a:gd name="connsiteX907" fmla="*/ 1910522 w 3648669"/>
              <a:gd name="connsiteY907" fmla="*/ 3423082 h 3595124"/>
              <a:gd name="connsiteX908" fmla="*/ 1866766 w 3648669"/>
              <a:gd name="connsiteY908" fmla="*/ 3425198 h 3595124"/>
              <a:gd name="connsiteX909" fmla="*/ 1876427 w 3648669"/>
              <a:gd name="connsiteY909" fmla="*/ 3421829 h 3595124"/>
              <a:gd name="connsiteX910" fmla="*/ 1888000 w 3648669"/>
              <a:gd name="connsiteY910" fmla="*/ 3420771 h 3595124"/>
              <a:gd name="connsiteX911" fmla="*/ 1407814 w 3648669"/>
              <a:gd name="connsiteY911" fmla="*/ 3423912 h 3595124"/>
              <a:gd name="connsiteX912" fmla="*/ 1785114 w 3648669"/>
              <a:gd name="connsiteY912" fmla="*/ 3430854 h 3595124"/>
              <a:gd name="connsiteX913" fmla="*/ 1808067 w 3648669"/>
              <a:gd name="connsiteY913" fmla="*/ 3432971 h 3595124"/>
              <a:gd name="connsiteX914" fmla="*/ 1787857 w 3648669"/>
              <a:gd name="connsiteY914" fmla="*/ 3438432 h 3595124"/>
              <a:gd name="connsiteX915" fmla="*/ 1787662 w 3648669"/>
              <a:gd name="connsiteY915" fmla="*/ 3438432 h 3595124"/>
              <a:gd name="connsiteX916" fmla="*/ 1454118 w 3648669"/>
              <a:gd name="connsiteY916" fmla="*/ 3493101 h 3595124"/>
              <a:gd name="connsiteX917" fmla="*/ 1407814 w 3648669"/>
              <a:gd name="connsiteY917" fmla="*/ 3423912 h 3595124"/>
              <a:gd name="connsiteX918" fmla="*/ 1833297 w 3648669"/>
              <a:gd name="connsiteY918" fmla="*/ 3426223 h 3595124"/>
              <a:gd name="connsiteX919" fmla="*/ 1832045 w 3648669"/>
              <a:gd name="connsiteY919" fmla="*/ 3426655 h 3595124"/>
              <a:gd name="connsiteX920" fmla="*/ 1831410 w 3648669"/>
              <a:gd name="connsiteY920" fmla="*/ 3426460 h 3595124"/>
              <a:gd name="connsiteX921" fmla="*/ 1950705 w 3648669"/>
              <a:gd name="connsiteY921" fmla="*/ 3427087 h 3595124"/>
              <a:gd name="connsiteX922" fmla="*/ 2095298 w 3648669"/>
              <a:gd name="connsiteY922" fmla="*/ 3435282 h 3595124"/>
              <a:gd name="connsiteX923" fmla="*/ 2084986 w 3648669"/>
              <a:gd name="connsiteY923" fmla="*/ 3466609 h 3595124"/>
              <a:gd name="connsiteX924" fmla="*/ 2071719 w 3648669"/>
              <a:gd name="connsiteY924" fmla="*/ 3494786 h 3595124"/>
              <a:gd name="connsiteX925" fmla="*/ 1852246 w 3648669"/>
              <a:gd name="connsiteY925" fmla="*/ 3434232 h 3595124"/>
              <a:gd name="connsiteX926" fmla="*/ 1950739 w 3648669"/>
              <a:gd name="connsiteY926" fmla="*/ 3427087 h 3595124"/>
              <a:gd name="connsiteX927" fmla="*/ 1827210 w 3648669"/>
              <a:gd name="connsiteY927" fmla="*/ 3436349 h 3595124"/>
              <a:gd name="connsiteX928" fmla="*/ 1902521 w 3648669"/>
              <a:gd name="connsiteY928" fmla="*/ 3544629 h 3595124"/>
              <a:gd name="connsiteX929" fmla="*/ 1941476 w 3648669"/>
              <a:gd name="connsiteY929" fmla="*/ 3575981 h 3595124"/>
              <a:gd name="connsiteX930" fmla="*/ 1900438 w 3648669"/>
              <a:gd name="connsiteY930" fmla="*/ 3578064 h 3595124"/>
              <a:gd name="connsiteX931" fmla="*/ 1628117 w 3648669"/>
              <a:gd name="connsiteY931" fmla="*/ 3569860 h 3595124"/>
              <a:gd name="connsiteX932" fmla="*/ 1817922 w 3648669"/>
              <a:gd name="connsiteY932" fmla="*/ 3438855 h 3595124"/>
              <a:gd name="connsiteX933" fmla="*/ 1827176 w 3648669"/>
              <a:gd name="connsiteY933" fmla="*/ 3436349 h 3595124"/>
              <a:gd name="connsiteX934" fmla="*/ 1837929 w 3648669"/>
              <a:gd name="connsiteY934" fmla="*/ 3437797 h 3595124"/>
              <a:gd name="connsiteX935" fmla="*/ 2068146 w 3648669"/>
              <a:gd name="connsiteY935" fmla="*/ 3502558 h 3595124"/>
              <a:gd name="connsiteX936" fmla="*/ 2034914 w 3648669"/>
              <a:gd name="connsiteY936" fmla="*/ 3553883 h 3595124"/>
              <a:gd name="connsiteX937" fmla="*/ 2011326 w 3648669"/>
              <a:gd name="connsiteY937" fmla="*/ 3572171 h 3595124"/>
              <a:gd name="connsiteX938" fmla="*/ 1959569 w 3648669"/>
              <a:gd name="connsiteY938" fmla="*/ 3575118 h 3595124"/>
              <a:gd name="connsiteX939" fmla="*/ 1908643 w 3648669"/>
              <a:gd name="connsiteY939" fmla="*/ 3538940 h 3595124"/>
              <a:gd name="connsiteX940" fmla="*/ 1837929 w 3648669"/>
              <a:gd name="connsiteY940" fmla="*/ 3437797 h 3595124"/>
              <a:gd name="connsiteX941" fmla="*/ 2538647 w 3648669"/>
              <a:gd name="connsiteY941" fmla="*/ 3439058 h 3595124"/>
              <a:gd name="connsiteX942" fmla="*/ 2520554 w 3648669"/>
              <a:gd name="connsiteY942" fmla="*/ 3449802 h 3595124"/>
              <a:gd name="connsiteX943" fmla="*/ 2488144 w 3648669"/>
              <a:gd name="connsiteY943" fmla="*/ 3462409 h 3595124"/>
              <a:gd name="connsiteX944" fmla="*/ 2538647 w 3648669"/>
              <a:gd name="connsiteY944" fmla="*/ 3439058 h 3595124"/>
              <a:gd name="connsiteX945" fmla="*/ 1800057 w 3648669"/>
              <a:gd name="connsiteY945" fmla="*/ 3443690 h 3595124"/>
              <a:gd name="connsiteX946" fmla="*/ 1587298 w 3648669"/>
              <a:gd name="connsiteY946" fmla="*/ 3565661 h 3595124"/>
              <a:gd name="connsiteX947" fmla="*/ 1555946 w 3648669"/>
              <a:gd name="connsiteY947" fmla="*/ 3562088 h 3595124"/>
              <a:gd name="connsiteX948" fmla="*/ 1460832 w 3648669"/>
              <a:gd name="connsiteY948" fmla="*/ 3501102 h 3595124"/>
              <a:gd name="connsiteX949" fmla="*/ 1789745 w 3648669"/>
              <a:gd name="connsiteY949" fmla="*/ 3446627 h 3595124"/>
              <a:gd name="connsiteX950" fmla="*/ 1790168 w 3648669"/>
              <a:gd name="connsiteY950" fmla="*/ 3446433 h 3595124"/>
              <a:gd name="connsiteX951" fmla="*/ 1137609 w 3648669"/>
              <a:gd name="connsiteY951" fmla="*/ 3453375 h 3595124"/>
              <a:gd name="connsiteX952" fmla="*/ 1184743 w 3648669"/>
              <a:gd name="connsiteY952" fmla="*/ 3468489 h 3595124"/>
              <a:gd name="connsiteX953" fmla="*/ 1200516 w 3648669"/>
              <a:gd name="connsiteY953" fmla="*/ 3477751 h 3595124"/>
              <a:gd name="connsiteX954" fmla="*/ 1137609 w 3648669"/>
              <a:gd name="connsiteY954" fmla="*/ 3453375 h 3595124"/>
              <a:gd name="connsiteX955" fmla="*/ 2469618 w 3648669"/>
              <a:gd name="connsiteY955" fmla="*/ 3469547 h 3595124"/>
              <a:gd name="connsiteX956" fmla="*/ 2158409 w 3648669"/>
              <a:gd name="connsiteY956" fmla="*/ 3555340 h 3595124"/>
              <a:gd name="connsiteX957" fmla="*/ 2028988 w 3648669"/>
              <a:gd name="connsiteY957" fmla="*/ 3570487 h 3595124"/>
              <a:gd name="connsiteX958" fmla="*/ 2040960 w 3648669"/>
              <a:gd name="connsiteY958" fmla="*/ 3559776 h 3595124"/>
              <a:gd name="connsiteX959" fmla="*/ 2076748 w 3648669"/>
              <a:gd name="connsiteY959" fmla="*/ 3504049 h 3595124"/>
              <a:gd name="connsiteX960" fmla="*/ 2469618 w 3648669"/>
              <a:gd name="connsiteY960" fmla="*/ 3469547 h 3595124"/>
              <a:gd name="connsiteX961" fmla="*/ 1213546 w 3648669"/>
              <a:gd name="connsiteY961" fmla="*/ 3475668 h 3595124"/>
              <a:gd name="connsiteX962" fmla="*/ 1450079 w 3648669"/>
              <a:gd name="connsiteY962" fmla="*/ 3501534 h 3595124"/>
              <a:gd name="connsiteX963" fmla="*/ 1521225 w 3648669"/>
              <a:gd name="connsiteY963" fmla="*/ 3557888 h 3595124"/>
              <a:gd name="connsiteX964" fmla="*/ 1358766 w 3648669"/>
              <a:gd name="connsiteY964" fmla="*/ 3526536 h 3595124"/>
              <a:gd name="connsiteX965" fmla="*/ 1339192 w 3648669"/>
              <a:gd name="connsiteY965" fmla="*/ 3521075 h 3595124"/>
              <a:gd name="connsiteX966" fmla="*/ 1221750 w 3648669"/>
              <a:gd name="connsiteY966" fmla="*/ 3480494 h 3595124"/>
              <a:gd name="connsiteX967" fmla="*/ 1221547 w 3648669"/>
              <a:gd name="connsiteY967" fmla="*/ 3480266 h 3595124"/>
              <a:gd name="connsiteX968" fmla="*/ 1213546 w 3648669"/>
              <a:gd name="connsiteY968" fmla="*/ 3475668 h 359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</a:cxnLst>
            <a:rect l="l" t="t" r="r" b="b"/>
            <a:pathLst>
              <a:path w="3648669" h="3595124">
                <a:moveTo>
                  <a:pt x="1824467" y="0"/>
                </a:moveTo>
                <a:cubicBezTo>
                  <a:pt x="1758257" y="0"/>
                  <a:pt x="1692903" y="3742"/>
                  <a:pt x="1628548" y="10516"/>
                </a:cubicBezTo>
                <a:cubicBezTo>
                  <a:pt x="1459706" y="24181"/>
                  <a:pt x="1307010" y="55397"/>
                  <a:pt x="1203886" y="101998"/>
                </a:cubicBezTo>
                <a:lnTo>
                  <a:pt x="1203462" y="102201"/>
                </a:lnTo>
                <a:lnTo>
                  <a:pt x="1203259" y="102201"/>
                </a:lnTo>
                <a:cubicBezTo>
                  <a:pt x="1198729" y="105173"/>
                  <a:pt x="1195656" y="107882"/>
                  <a:pt x="1191253" y="110829"/>
                </a:cubicBezTo>
                <a:cubicBezTo>
                  <a:pt x="1135128" y="126873"/>
                  <a:pt x="1083439" y="148802"/>
                  <a:pt x="1036178" y="176250"/>
                </a:cubicBezTo>
                <a:cubicBezTo>
                  <a:pt x="427602" y="464278"/>
                  <a:pt x="6123" y="1075334"/>
                  <a:pt x="628" y="1783690"/>
                </a:cubicBezTo>
                <a:lnTo>
                  <a:pt x="2" y="1785578"/>
                </a:lnTo>
                <a:lnTo>
                  <a:pt x="2" y="1786636"/>
                </a:lnTo>
                <a:cubicBezTo>
                  <a:pt x="-32" y="1788854"/>
                  <a:pt x="400" y="1790937"/>
                  <a:pt x="400" y="1793147"/>
                </a:cubicBezTo>
                <a:cubicBezTo>
                  <a:pt x="400" y="1794637"/>
                  <a:pt x="196" y="1796093"/>
                  <a:pt x="196" y="1797550"/>
                </a:cubicBezTo>
                <a:cubicBezTo>
                  <a:pt x="196" y="2146402"/>
                  <a:pt x="101602" y="2471937"/>
                  <a:pt x="276295" y="2747637"/>
                </a:cubicBezTo>
                <a:cubicBezTo>
                  <a:pt x="292034" y="2785466"/>
                  <a:pt x="317239" y="2821686"/>
                  <a:pt x="350776" y="2856382"/>
                </a:cubicBezTo>
                <a:cubicBezTo>
                  <a:pt x="593160" y="3183272"/>
                  <a:pt x="944729" y="3426426"/>
                  <a:pt x="1352450" y="3533911"/>
                </a:cubicBezTo>
                <a:cubicBezTo>
                  <a:pt x="1503064" y="3573627"/>
                  <a:pt x="1661153" y="3595124"/>
                  <a:pt x="1824433" y="3595124"/>
                </a:cubicBezTo>
                <a:cubicBezTo>
                  <a:pt x="1879932" y="3595124"/>
                  <a:pt x="1934771" y="3592314"/>
                  <a:pt x="1989008" y="3587555"/>
                </a:cubicBezTo>
                <a:cubicBezTo>
                  <a:pt x="1990795" y="3587352"/>
                  <a:pt x="1992674" y="3587454"/>
                  <a:pt x="1994461" y="3587123"/>
                </a:cubicBezTo>
                <a:cubicBezTo>
                  <a:pt x="2054887" y="3581603"/>
                  <a:pt x="2114348" y="3573264"/>
                  <a:pt x="2172896" y="3562088"/>
                </a:cubicBezTo>
                <a:cubicBezTo>
                  <a:pt x="2305484" y="3541421"/>
                  <a:pt x="2427590" y="3507588"/>
                  <a:pt x="2522442" y="3458439"/>
                </a:cubicBezTo>
                <a:cubicBezTo>
                  <a:pt x="2746969" y="3366626"/>
                  <a:pt x="2948950" y="3232023"/>
                  <a:pt x="3117750" y="3064773"/>
                </a:cubicBezTo>
                <a:lnTo>
                  <a:pt x="3119241" y="3063317"/>
                </a:lnTo>
                <a:cubicBezTo>
                  <a:pt x="3208970" y="2979902"/>
                  <a:pt x="3286288" y="2885152"/>
                  <a:pt x="3350482" y="2781961"/>
                </a:cubicBezTo>
                <a:cubicBezTo>
                  <a:pt x="3538865" y="2499123"/>
                  <a:pt x="3648669" y="2160990"/>
                  <a:pt x="3648669" y="1797617"/>
                </a:cubicBezTo>
                <a:cubicBezTo>
                  <a:pt x="3648669" y="1407854"/>
                  <a:pt x="3522330" y="1047225"/>
                  <a:pt x="3308183" y="752678"/>
                </a:cubicBezTo>
                <a:lnTo>
                  <a:pt x="3300613" y="742391"/>
                </a:lnTo>
                <a:cubicBezTo>
                  <a:pt x="3100919" y="471720"/>
                  <a:pt x="2826674" y="258106"/>
                  <a:pt x="2507524" y="130835"/>
                </a:cubicBezTo>
                <a:cubicBezTo>
                  <a:pt x="2507295" y="130776"/>
                  <a:pt x="2507092" y="130708"/>
                  <a:pt x="2506897" y="130641"/>
                </a:cubicBezTo>
                <a:cubicBezTo>
                  <a:pt x="2386475" y="68665"/>
                  <a:pt x="2222637" y="31352"/>
                  <a:pt x="2049003" y="14122"/>
                </a:cubicBezTo>
                <a:cubicBezTo>
                  <a:pt x="1975343" y="5199"/>
                  <a:pt x="1900540" y="34"/>
                  <a:pt x="1824467" y="34"/>
                </a:cubicBezTo>
                <a:close/>
                <a:moveTo>
                  <a:pt x="1787628" y="11150"/>
                </a:moveTo>
                <a:cubicBezTo>
                  <a:pt x="1820369" y="10719"/>
                  <a:pt x="1853372" y="10880"/>
                  <a:pt x="1886316" y="11777"/>
                </a:cubicBezTo>
                <a:cubicBezTo>
                  <a:pt x="1934203" y="13098"/>
                  <a:pt x="1981794" y="16341"/>
                  <a:pt x="2028988" y="20608"/>
                </a:cubicBezTo>
                <a:cubicBezTo>
                  <a:pt x="2037090" y="21531"/>
                  <a:pt x="2045133" y="22792"/>
                  <a:pt x="2053202" y="23783"/>
                </a:cubicBezTo>
                <a:cubicBezTo>
                  <a:pt x="1994096" y="30167"/>
                  <a:pt x="1926795" y="65388"/>
                  <a:pt x="1851823" y="129117"/>
                </a:cubicBezTo>
                <a:cubicBezTo>
                  <a:pt x="1851323" y="129218"/>
                  <a:pt x="1850823" y="129252"/>
                  <a:pt x="1850332" y="129354"/>
                </a:cubicBezTo>
                <a:cubicBezTo>
                  <a:pt x="1843949" y="127533"/>
                  <a:pt x="1837827" y="125450"/>
                  <a:pt x="1831410" y="123664"/>
                </a:cubicBezTo>
                <a:lnTo>
                  <a:pt x="1830360" y="123232"/>
                </a:lnTo>
                <a:lnTo>
                  <a:pt x="1829293" y="123461"/>
                </a:lnTo>
                <a:lnTo>
                  <a:pt x="1811208" y="127432"/>
                </a:lnTo>
                <a:cubicBezTo>
                  <a:pt x="1785080" y="93667"/>
                  <a:pt x="1760010" y="65524"/>
                  <a:pt x="1736921" y="48387"/>
                </a:cubicBezTo>
                <a:cubicBezTo>
                  <a:pt x="1712716" y="30429"/>
                  <a:pt x="1689796" y="21133"/>
                  <a:pt x="1668528" y="20405"/>
                </a:cubicBezTo>
                <a:cubicBezTo>
                  <a:pt x="1661416" y="20176"/>
                  <a:pt x="1654439" y="20870"/>
                  <a:pt x="1647691" y="22521"/>
                </a:cubicBezTo>
                <a:cubicBezTo>
                  <a:pt x="1620776" y="29041"/>
                  <a:pt x="1597586" y="50140"/>
                  <a:pt x="1577613" y="82880"/>
                </a:cubicBezTo>
                <a:cubicBezTo>
                  <a:pt x="1576326" y="84997"/>
                  <a:pt x="1575326" y="88206"/>
                  <a:pt x="1574040" y="90424"/>
                </a:cubicBezTo>
                <a:cubicBezTo>
                  <a:pt x="1521055" y="83414"/>
                  <a:pt x="1469857" y="79011"/>
                  <a:pt x="1421707" y="79079"/>
                </a:cubicBezTo>
                <a:cubicBezTo>
                  <a:pt x="1370806" y="79146"/>
                  <a:pt x="1323384" y="84209"/>
                  <a:pt x="1277741" y="91711"/>
                </a:cubicBezTo>
                <a:cubicBezTo>
                  <a:pt x="1393099" y="55863"/>
                  <a:pt x="1513156" y="31022"/>
                  <a:pt x="1637175" y="18525"/>
                </a:cubicBezTo>
                <a:lnTo>
                  <a:pt x="1638632" y="18322"/>
                </a:lnTo>
                <a:cubicBezTo>
                  <a:pt x="1687417" y="14554"/>
                  <a:pt x="1737023" y="11845"/>
                  <a:pt x="1787628" y="11150"/>
                </a:cubicBezTo>
                <a:close/>
                <a:moveTo>
                  <a:pt x="1668299" y="28812"/>
                </a:moveTo>
                <a:cubicBezTo>
                  <a:pt x="1687476" y="29472"/>
                  <a:pt x="1708583" y="37837"/>
                  <a:pt x="1731867" y="55101"/>
                </a:cubicBezTo>
                <a:cubicBezTo>
                  <a:pt x="1753398" y="71078"/>
                  <a:pt x="1777409" y="97663"/>
                  <a:pt x="1802344" y="129548"/>
                </a:cubicBezTo>
                <a:cubicBezTo>
                  <a:pt x="1795824" y="130971"/>
                  <a:pt x="1789474" y="132529"/>
                  <a:pt x="1782997" y="133985"/>
                </a:cubicBezTo>
                <a:cubicBezTo>
                  <a:pt x="1712817" y="114469"/>
                  <a:pt x="1646108" y="100313"/>
                  <a:pt x="1582870" y="91482"/>
                </a:cubicBezTo>
                <a:cubicBezTo>
                  <a:pt x="1583599" y="90288"/>
                  <a:pt x="1584064" y="88443"/>
                  <a:pt x="1584758" y="87283"/>
                </a:cubicBezTo>
                <a:cubicBezTo>
                  <a:pt x="1604071" y="55668"/>
                  <a:pt x="1625830" y="36517"/>
                  <a:pt x="1649808" y="30726"/>
                </a:cubicBezTo>
                <a:cubicBezTo>
                  <a:pt x="1655794" y="29269"/>
                  <a:pt x="1661916" y="28609"/>
                  <a:pt x="1668299" y="28812"/>
                </a:cubicBezTo>
                <a:close/>
                <a:moveTo>
                  <a:pt x="2077180" y="30726"/>
                </a:moveTo>
                <a:cubicBezTo>
                  <a:pt x="2087264" y="30861"/>
                  <a:pt x="2096958" y="32021"/>
                  <a:pt x="2106449" y="33867"/>
                </a:cubicBezTo>
                <a:cubicBezTo>
                  <a:pt x="2147098" y="41741"/>
                  <a:pt x="2183115" y="65092"/>
                  <a:pt x="2214831" y="101371"/>
                </a:cubicBezTo>
                <a:cubicBezTo>
                  <a:pt x="2206365" y="101075"/>
                  <a:pt x="2198558" y="100050"/>
                  <a:pt x="2189990" y="99915"/>
                </a:cubicBezTo>
                <a:cubicBezTo>
                  <a:pt x="2091133" y="98061"/>
                  <a:pt x="1983615" y="107027"/>
                  <a:pt x="1868028" y="126407"/>
                </a:cubicBezTo>
                <a:cubicBezTo>
                  <a:pt x="1947801" y="61087"/>
                  <a:pt x="2017744" y="29769"/>
                  <a:pt x="2077180" y="30726"/>
                </a:cubicBezTo>
                <a:close/>
                <a:moveTo>
                  <a:pt x="2143686" y="37245"/>
                </a:moveTo>
                <a:cubicBezTo>
                  <a:pt x="2269263" y="59199"/>
                  <a:pt x="2390379" y="93633"/>
                  <a:pt x="2505636" y="139632"/>
                </a:cubicBezTo>
                <a:cubicBezTo>
                  <a:pt x="2514433" y="144230"/>
                  <a:pt x="2521942" y="149521"/>
                  <a:pt x="2530248" y="154356"/>
                </a:cubicBezTo>
                <a:cubicBezTo>
                  <a:pt x="2439756" y="124553"/>
                  <a:pt x="2337962" y="107256"/>
                  <a:pt x="2226176" y="102201"/>
                </a:cubicBezTo>
                <a:cubicBezTo>
                  <a:pt x="2201564" y="72500"/>
                  <a:pt x="2174149" y="50402"/>
                  <a:pt x="2143686" y="37245"/>
                </a:cubicBezTo>
                <a:close/>
                <a:moveTo>
                  <a:pt x="1332706" y="66675"/>
                </a:moveTo>
                <a:cubicBezTo>
                  <a:pt x="1325628" y="68631"/>
                  <a:pt x="1318482" y="70510"/>
                  <a:pt x="1311438" y="72568"/>
                </a:cubicBezTo>
                <a:cubicBezTo>
                  <a:pt x="1318423" y="70544"/>
                  <a:pt x="1325467" y="68597"/>
                  <a:pt x="1332706" y="66675"/>
                </a:cubicBezTo>
                <a:close/>
                <a:moveTo>
                  <a:pt x="1421902" y="87283"/>
                </a:moveTo>
                <a:cubicBezTo>
                  <a:pt x="1468799" y="87249"/>
                  <a:pt x="1518710" y="91652"/>
                  <a:pt x="1570272" y="98425"/>
                </a:cubicBezTo>
                <a:cubicBezTo>
                  <a:pt x="1560747" y="116290"/>
                  <a:pt x="1551849" y="136855"/>
                  <a:pt x="1543746" y="160240"/>
                </a:cubicBezTo>
                <a:cubicBezTo>
                  <a:pt x="1336017" y="185708"/>
                  <a:pt x="1154245" y="229658"/>
                  <a:pt x="995995" y="288730"/>
                </a:cubicBezTo>
                <a:cubicBezTo>
                  <a:pt x="1037202" y="237304"/>
                  <a:pt x="1102649" y="180975"/>
                  <a:pt x="1192540" y="120523"/>
                </a:cubicBezTo>
                <a:cubicBezTo>
                  <a:pt x="1198890" y="118169"/>
                  <a:pt x="1205274" y="115824"/>
                  <a:pt x="1211692" y="113572"/>
                </a:cubicBezTo>
                <a:cubicBezTo>
                  <a:pt x="1276055" y="96969"/>
                  <a:pt x="1345542" y="87317"/>
                  <a:pt x="1421902" y="87283"/>
                </a:cubicBezTo>
                <a:close/>
                <a:moveTo>
                  <a:pt x="1578899" y="99483"/>
                </a:moveTo>
                <a:cubicBezTo>
                  <a:pt x="1637870" y="107620"/>
                  <a:pt x="1700083" y="120421"/>
                  <a:pt x="1765336" y="137947"/>
                </a:cubicBezTo>
                <a:lnTo>
                  <a:pt x="1747674" y="141952"/>
                </a:lnTo>
                <a:cubicBezTo>
                  <a:pt x="1680635" y="146016"/>
                  <a:pt x="1615417" y="151545"/>
                  <a:pt x="1553008" y="158987"/>
                </a:cubicBezTo>
                <a:cubicBezTo>
                  <a:pt x="1561044" y="136296"/>
                  <a:pt x="1569612" y="116484"/>
                  <a:pt x="1578899" y="99483"/>
                </a:cubicBezTo>
                <a:close/>
                <a:moveTo>
                  <a:pt x="2189795" y="108085"/>
                </a:moveTo>
                <a:cubicBezTo>
                  <a:pt x="2200937" y="108314"/>
                  <a:pt x="2211055" y="109736"/>
                  <a:pt x="2221968" y="110202"/>
                </a:cubicBezTo>
                <a:cubicBezTo>
                  <a:pt x="2238208" y="130243"/>
                  <a:pt x="2252694" y="155346"/>
                  <a:pt x="2266588" y="182330"/>
                </a:cubicBezTo>
                <a:cubicBezTo>
                  <a:pt x="2150797" y="162128"/>
                  <a:pt x="2026050" y="148370"/>
                  <a:pt x="1892039" y="141520"/>
                </a:cubicBezTo>
                <a:cubicBezTo>
                  <a:pt x="1884166" y="139209"/>
                  <a:pt x="1876359" y="136889"/>
                  <a:pt x="1868460" y="134611"/>
                </a:cubicBezTo>
                <a:cubicBezTo>
                  <a:pt x="1983945" y="115197"/>
                  <a:pt x="2091302" y="106299"/>
                  <a:pt x="2189795" y="108085"/>
                </a:cubicBezTo>
                <a:close/>
                <a:moveTo>
                  <a:pt x="2233347" y="110829"/>
                </a:moveTo>
                <a:cubicBezTo>
                  <a:pt x="2358823" y="117179"/>
                  <a:pt x="2470253" y="140335"/>
                  <a:pt x="2568348" y="177902"/>
                </a:cubicBezTo>
                <a:cubicBezTo>
                  <a:pt x="2617396" y="218846"/>
                  <a:pt x="2653675" y="257344"/>
                  <a:pt x="2679440" y="293590"/>
                </a:cubicBezTo>
                <a:cubicBezTo>
                  <a:pt x="2559518" y="247523"/>
                  <a:pt x="2425566" y="210549"/>
                  <a:pt x="2276875" y="184023"/>
                </a:cubicBezTo>
                <a:cubicBezTo>
                  <a:pt x="2263379" y="157031"/>
                  <a:pt x="2249256" y="131470"/>
                  <a:pt x="2233314" y="110829"/>
                </a:cubicBezTo>
                <a:close/>
                <a:moveTo>
                  <a:pt x="1830385" y="132063"/>
                </a:moveTo>
                <a:cubicBezTo>
                  <a:pt x="1830817" y="132199"/>
                  <a:pt x="1831215" y="132359"/>
                  <a:pt x="1831647" y="132495"/>
                </a:cubicBezTo>
                <a:lnTo>
                  <a:pt x="1821757" y="134180"/>
                </a:lnTo>
                <a:cubicBezTo>
                  <a:pt x="1824670" y="133553"/>
                  <a:pt x="1827447" y="132690"/>
                  <a:pt x="1830385" y="132063"/>
                </a:cubicBezTo>
                <a:close/>
                <a:moveTo>
                  <a:pt x="1160367" y="133121"/>
                </a:moveTo>
                <a:cubicBezTo>
                  <a:pt x="1079002" y="190635"/>
                  <a:pt x="1018711" y="244577"/>
                  <a:pt x="981508" y="294420"/>
                </a:cubicBezTo>
                <a:cubicBezTo>
                  <a:pt x="935433" y="312047"/>
                  <a:pt x="890915" y="330632"/>
                  <a:pt x="848921" y="350774"/>
                </a:cubicBezTo>
                <a:cubicBezTo>
                  <a:pt x="899746" y="285885"/>
                  <a:pt x="960139" y="231512"/>
                  <a:pt x="1030124" y="189044"/>
                </a:cubicBezTo>
                <a:cubicBezTo>
                  <a:pt x="1072559" y="168673"/>
                  <a:pt x="1116145" y="150249"/>
                  <a:pt x="1160367" y="133121"/>
                </a:cubicBezTo>
                <a:close/>
                <a:moveTo>
                  <a:pt x="1808067" y="137126"/>
                </a:moveTo>
                <a:cubicBezTo>
                  <a:pt x="1808397" y="137549"/>
                  <a:pt x="1808795" y="137947"/>
                  <a:pt x="1809125" y="138379"/>
                </a:cubicBezTo>
                <a:cubicBezTo>
                  <a:pt x="1806475" y="138515"/>
                  <a:pt x="1803961" y="138879"/>
                  <a:pt x="1801319" y="139006"/>
                </a:cubicBezTo>
                <a:lnTo>
                  <a:pt x="1800921" y="138811"/>
                </a:lnTo>
                <a:close/>
                <a:moveTo>
                  <a:pt x="1853304" y="138811"/>
                </a:moveTo>
                <a:lnTo>
                  <a:pt x="1856682" y="139869"/>
                </a:lnTo>
                <a:lnTo>
                  <a:pt x="1852246" y="139632"/>
                </a:lnTo>
                <a:close/>
                <a:moveTo>
                  <a:pt x="1828268" y="147015"/>
                </a:moveTo>
                <a:lnTo>
                  <a:pt x="1830588" y="147210"/>
                </a:lnTo>
                <a:cubicBezTo>
                  <a:pt x="1830326" y="147472"/>
                  <a:pt x="1830021" y="147608"/>
                  <a:pt x="1829724" y="147836"/>
                </a:cubicBezTo>
                <a:close/>
                <a:moveTo>
                  <a:pt x="1842789" y="147642"/>
                </a:moveTo>
                <a:cubicBezTo>
                  <a:pt x="1858926" y="148234"/>
                  <a:pt x="1874674" y="149132"/>
                  <a:pt x="1890549" y="149953"/>
                </a:cubicBezTo>
                <a:cubicBezTo>
                  <a:pt x="2044109" y="195368"/>
                  <a:pt x="2186120" y="248048"/>
                  <a:pt x="2316888" y="307247"/>
                </a:cubicBezTo>
                <a:cubicBezTo>
                  <a:pt x="2322121" y="324383"/>
                  <a:pt x="2326549" y="343467"/>
                  <a:pt x="2331214" y="361916"/>
                </a:cubicBezTo>
                <a:cubicBezTo>
                  <a:pt x="2255708" y="352298"/>
                  <a:pt x="2178848" y="345254"/>
                  <a:pt x="2101225" y="340885"/>
                </a:cubicBezTo>
                <a:cubicBezTo>
                  <a:pt x="2018802" y="274210"/>
                  <a:pt x="1930833" y="211302"/>
                  <a:pt x="1836904" y="152671"/>
                </a:cubicBezTo>
                <a:close/>
                <a:moveTo>
                  <a:pt x="1791032" y="147836"/>
                </a:moveTo>
                <a:cubicBezTo>
                  <a:pt x="1693437" y="195758"/>
                  <a:pt x="1601624" y="248649"/>
                  <a:pt x="1515366" y="305765"/>
                </a:cubicBezTo>
                <a:cubicBezTo>
                  <a:pt x="1521123" y="273812"/>
                  <a:pt x="1527676" y="244077"/>
                  <a:pt x="1534721" y="217026"/>
                </a:cubicBezTo>
                <a:cubicBezTo>
                  <a:pt x="1535677" y="213292"/>
                  <a:pt x="1536863" y="210574"/>
                  <a:pt x="1537862" y="206942"/>
                </a:cubicBezTo>
                <a:cubicBezTo>
                  <a:pt x="1606222" y="186267"/>
                  <a:pt x="1677130" y="167513"/>
                  <a:pt x="1750621" y="150385"/>
                </a:cubicBezTo>
                <a:cubicBezTo>
                  <a:pt x="1764074" y="149555"/>
                  <a:pt x="1777375" y="148497"/>
                  <a:pt x="1791032" y="147836"/>
                </a:cubicBezTo>
                <a:close/>
                <a:moveTo>
                  <a:pt x="1806805" y="149098"/>
                </a:moveTo>
                <a:cubicBezTo>
                  <a:pt x="1811242" y="150419"/>
                  <a:pt x="1815374" y="151342"/>
                  <a:pt x="1819836" y="152671"/>
                </a:cubicBezTo>
                <a:lnTo>
                  <a:pt x="1821325" y="154788"/>
                </a:lnTo>
                <a:cubicBezTo>
                  <a:pt x="1820073" y="155939"/>
                  <a:pt x="1819014" y="156769"/>
                  <a:pt x="1817753" y="157929"/>
                </a:cubicBezTo>
                <a:lnTo>
                  <a:pt x="1817524" y="157929"/>
                </a:lnTo>
                <a:lnTo>
                  <a:pt x="1817321" y="158157"/>
                </a:lnTo>
                <a:cubicBezTo>
                  <a:pt x="1770060" y="211336"/>
                  <a:pt x="1726110" y="273152"/>
                  <a:pt x="1684767" y="340885"/>
                </a:cubicBezTo>
                <a:cubicBezTo>
                  <a:pt x="1625398" y="344094"/>
                  <a:pt x="1566530" y="348759"/>
                  <a:pt x="1508195" y="354542"/>
                </a:cubicBezTo>
                <a:cubicBezTo>
                  <a:pt x="1510108" y="342045"/>
                  <a:pt x="1511598" y="328811"/>
                  <a:pt x="1513681" y="316907"/>
                </a:cubicBezTo>
                <a:cubicBezTo>
                  <a:pt x="1605062" y="255990"/>
                  <a:pt x="1702598" y="199568"/>
                  <a:pt x="1806805" y="149098"/>
                </a:cubicBezTo>
                <a:close/>
                <a:moveTo>
                  <a:pt x="1926135" y="151638"/>
                </a:moveTo>
                <a:cubicBezTo>
                  <a:pt x="2049164" y="159080"/>
                  <a:pt x="2163997" y="172644"/>
                  <a:pt x="2271253" y="191592"/>
                </a:cubicBezTo>
                <a:cubicBezTo>
                  <a:pt x="2276705" y="202743"/>
                  <a:pt x="2282759" y="212395"/>
                  <a:pt x="2287856" y="224604"/>
                </a:cubicBezTo>
                <a:cubicBezTo>
                  <a:pt x="2297051" y="246558"/>
                  <a:pt x="2305153" y="271204"/>
                  <a:pt x="2313120" y="296299"/>
                </a:cubicBezTo>
                <a:cubicBezTo>
                  <a:pt x="2193461" y="242494"/>
                  <a:pt x="2064607" y="194005"/>
                  <a:pt x="1926135" y="151638"/>
                </a:cubicBezTo>
                <a:close/>
                <a:moveTo>
                  <a:pt x="1699058" y="153331"/>
                </a:moveTo>
                <a:cubicBezTo>
                  <a:pt x="1644813" y="166793"/>
                  <a:pt x="1592395" y="181610"/>
                  <a:pt x="1541037" y="197053"/>
                </a:cubicBezTo>
                <a:cubicBezTo>
                  <a:pt x="1543974" y="186834"/>
                  <a:pt x="1547116" y="177207"/>
                  <a:pt x="1550291" y="167818"/>
                </a:cubicBezTo>
                <a:cubicBezTo>
                  <a:pt x="1598551" y="161993"/>
                  <a:pt x="1647988" y="157099"/>
                  <a:pt x="1699058" y="153331"/>
                </a:cubicBezTo>
                <a:close/>
                <a:moveTo>
                  <a:pt x="1826584" y="161502"/>
                </a:moveTo>
                <a:cubicBezTo>
                  <a:pt x="1829496" y="165667"/>
                  <a:pt x="1832045" y="168275"/>
                  <a:pt x="1834982" y="172644"/>
                </a:cubicBezTo>
                <a:lnTo>
                  <a:pt x="1835220" y="173075"/>
                </a:lnTo>
                <a:cubicBezTo>
                  <a:pt x="1853406" y="225196"/>
                  <a:pt x="1870669" y="279696"/>
                  <a:pt x="1887408" y="335229"/>
                </a:cubicBezTo>
                <a:cubicBezTo>
                  <a:pt x="1873150" y="335229"/>
                  <a:pt x="1858926" y="335034"/>
                  <a:pt x="1844677" y="335229"/>
                </a:cubicBezTo>
                <a:cubicBezTo>
                  <a:pt x="1801446" y="335788"/>
                  <a:pt x="1758088" y="337016"/>
                  <a:pt x="1715061" y="338997"/>
                </a:cubicBezTo>
                <a:cubicBezTo>
                  <a:pt x="1708516" y="339302"/>
                  <a:pt x="1702030" y="339928"/>
                  <a:pt x="1695486" y="340258"/>
                </a:cubicBezTo>
                <a:cubicBezTo>
                  <a:pt x="1735567" y="275133"/>
                  <a:pt x="1777900" y="215341"/>
                  <a:pt x="1823442" y="164042"/>
                </a:cubicBezTo>
                <a:cubicBezTo>
                  <a:pt x="1824500" y="163017"/>
                  <a:pt x="1825525" y="162526"/>
                  <a:pt x="1826584" y="161502"/>
                </a:cubicBezTo>
                <a:close/>
                <a:moveTo>
                  <a:pt x="1838361" y="163186"/>
                </a:moveTo>
                <a:cubicBezTo>
                  <a:pt x="1926329" y="218415"/>
                  <a:pt x="2008913" y="277715"/>
                  <a:pt x="2086671" y="340055"/>
                </a:cubicBezTo>
                <a:cubicBezTo>
                  <a:pt x="2023399" y="336753"/>
                  <a:pt x="1959773" y="335229"/>
                  <a:pt x="1896036" y="335195"/>
                </a:cubicBezTo>
                <a:cubicBezTo>
                  <a:pt x="1879009" y="278613"/>
                  <a:pt x="1861542" y="223046"/>
                  <a:pt x="1842992" y="169934"/>
                </a:cubicBezTo>
                <a:lnTo>
                  <a:pt x="1842789" y="169503"/>
                </a:lnTo>
                <a:lnTo>
                  <a:pt x="1842560" y="168876"/>
                </a:lnTo>
                <a:cubicBezTo>
                  <a:pt x="1841104" y="166658"/>
                  <a:pt x="1839851" y="165371"/>
                  <a:pt x="1838361" y="163186"/>
                </a:cubicBezTo>
                <a:close/>
                <a:moveTo>
                  <a:pt x="2562455" y="163618"/>
                </a:moveTo>
                <a:cubicBezTo>
                  <a:pt x="2581175" y="171848"/>
                  <a:pt x="2599861" y="180018"/>
                  <a:pt x="2618217" y="188849"/>
                </a:cubicBezTo>
                <a:cubicBezTo>
                  <a:pt x="2603696" y="182330"/>
                  <a:pt x="2588355" y="176809"/>
                  <a:pt x="2573208" y="170993"/>
                </a:cubicBezTo>
                <a:lnTo>
                  <a:pt x="2569830" y="168046"/>
                </a:lnTo>
                <a:lnTo>
                  <a:pt x="2569635" y="167818"/>
                </a:lnTo>
                <a:cubicBezTo>
                  <a:pt x="2567417" y="166294"/>
                  <a:pt x="2564708" y="165100"/>
                  <a:pt x="2562455" y="163618"/>
                </a:cubicBezTo>
                <a:close/>
                <a:moveTo>
                  <a:pt x="1540834" y="169071"/>
                </a:moveTo>
                <a:cubicBezTo>
                  <a:pt x="1537498" y="179129"/>
                  <a:pt x="1534221" y="189044"/>
                  <a:pt x="1531148" y="199991"/>
                </a:cubicBezTo>
                <a:cubicBezTo>
                  <a:pt x="1306679" y="268224"/>
                  <a:pt x="1109499" y="354813"/>
                  <a:pt x="938379" y="455481"/>
                </a:cubicBezTo>
                <a:cubicBezTo>
                  <a:pt x="934146" y="432037"/>
                  <a:pt x="935365" y="407230"/>
                  <a:pt x="943832" y="380636"/>
                </a:cubicBezTo>
                <a:cubicBezTo>
                  <a:pt x="951774" y="355634"/>
                  <a:pt x="966522" y="329049"/>
                  <a:pt x="987198" y="301134"/>
                </a:cubicBezTo>
                <a:cubicBezTo>
                  <a:pt x="1146405" y="240513"/>
                  <a:pt x="1330157" y="195165"/>
                  <a:pt x="1540834" y="169071"/>
                </a:cubicBezTo>
                <a:close/>
                <a:moveTo>
                  <a:pt x="2591293" y="186961"/>
                </a:moveTo>
                <a:cubicBezTo>
                  <a:pt x="2706024" y="234552"/>
                  <a:pt x="2802104" y="302124"/>
                  <a:pt x="2880649" y="385894"/>
                </a:cubicBezTo>
                <a:cubicBezTo>
                  <a:pt x="2822577" y="354279"/>
                  <a:pt x="2760237" y="325078"/>
                  <a:pt x="2693562" y="298848"/>
                </a:cubicBezTo>
                <a:cubicBezTo>
                  <a:pt x="2670041" y="263466"/>
                  <a:pt x="2636048" y="226221"/>
                  <a:pt x="2591293" y="186961"/>
                </a:cubicBezTo>
                <a:close/>
                <a:moveTo>
                  <a:pt x="2281540" y="193277"/>
                </a:moveTo>
                <a:cubicBezTo>
                  <a:pt x="2432086" y="220497"/>
                  <a:pt x="2567222" y="258470"/>
                  <a:pt x="2687872" y="305765"/>
                </a:cubicBezTo>
                <a:cubicBezTo>
                  <a:pt x="2717472" y="350969"/>
                  <a:pt x="2730400" y="392447"/>
                  <a:pt x="2728487" y="430047"/>
                </a:cubicBezTo>
                <a:cubicBezTo>
                  <a:pt x="2728284" y="434416"/>
                  <a:pt x="2727191" y="438616"/>
                  <a:pt x="2726599" y="442883"/>
                </a:cubicBezTo>
                <a:cubicBezTo>
                  <a:pt x="2722662" y="441723"/>
                  <a:pt x="2718996" y="440233"/>
                  <a:pt x="2715025" y="439081"/>
                </a:cubicBezTo>
                <a:cubicBezTo>
                  <a:pt x="2645699" y="419007"/>
                  <a:pt x="2573369" y="402268"/>
                  <a:pt x="2499125" y="388214"/>
                </a:cubicBezTo>
                <a:cubicBezTo>
                  <a:pt x="2443101" y="357920"/>
                  <a:pt x="2384655" y="328777"/>
                  <a:pt x="2323840" y="301134"/>
                </a:cubicBezTo>
                <a:cubicBezTo>
                  <a:pt x="2315136" y="272923"/>
                  <a:pt x="2305881" y="245897"/>
                  <a:pt x="2295628" y="221463"/>
                </a:cubicBezTo>
                <a:cubicBezTo>
                  <a:pt x="2291327" y="211108"/>
                  <a:pt x="2286163" y="202904"/>
                  <a:pt x="2281540" y="193277"/>
                </a:cubicBezTo>
                <a:close/>
                <a:moveTo>
                  <a:pt x="1528006" y="210083"/>
                </a:moveTo>
                <a:cubicBezTo>
                  <a:pt x="1527507" y="211836"/>
                  <a:pt x="1526973" y="213157"/>
                  <a:pt x="1526517" y="214943"/>
                </a:cubicBezTo>
                <a:cubicBezTo>
                  <a:pt x="1518871" y="244314"/>
                  <a:pt x="1512259" y="277122"/>
                  <a:pt x="1506112" y="312081"/>
                </a:cubicBezTo>
                <a:cubicBezTo>
                  <a:pt x="1481465" y="328549"/>
                  <a:pt x="1457225" y="345381"/>
                  <a:pt x="1433510" y="362551"/>
                </a:cubicBezTo>
                <a:cubicBezTo>
                  <a:pt x="1266793" y="382355"/>
                  <a:pt x="1107213" y="412386"/>
                  <a:pt x="962162" y="451087"/>
                </a:cubicBezTo>
                <a:cubicBezTo>
                  <a:pt x="1126593" y="356565"/>
                  <a:pt x="1315078" y="275167"/>
                  <a:pt x="1528006" y="210083"/>
                </a:cubicBezTo>
                <a:close/>
                <a:moveTo>
                  <a:pt x="2662438" y="211142"/>
                </a:moveTo>
                <a:cubicBezTo>
                  <a:pt x="2680692" y="220531"/>
                  <a:pt x="2698820" y="230192"/>
                  <a:pt x="2716710" y="240149"/>
                </a:cubicBezTo>
                <a:cubicBezTo>
                  <a:pt x="2879430" y="330801"/>
                  <a:pt x="3026606" y="445194"/>
                  <a:pt x="3153141" y="578908"/>
                </a:cubicBezTo>
                <a:cubicBezTo>
                  <a:pt x="3081242" y="512699"/>
                  <a:pt x="2997964" y="452475"/>
                  <a:pt x="2903569" y="398932"/>
                </a:cubicBezTo>
                <a:cubicBezTo>
                  <a:pt x="2849729" y="337972"/>
                  <a:pt x="2788211" y="284031"/>
                  <a:pt x="2716710" y="240149"/>
                </a:cubicBezTo>
                <a:cubicBezTo>
                  <a:pt x="2699514" y="229599"/>
                  <a:pt x="2680692" y="220599"/>
                  <a:pt x="2662438" y="211142"/>
                </a:cubicBezTo>
                <a:close/>
                <a:moveTo>
                  <a:pt x="973533" y="217652"/>
                </a:moveTo>
                <a:cubicBezTo>
                  <a:pt x="922106" y="256049"/>
                  <a:pt x="875938" y="300770"/>
                  <a:pt x="836314" y="352662"/>
                </a:cubicBezTo>
                <a:cubicBezTo>
                  <a:pt x="834629" y="354872"/>
                  <a:pt x="833139" y="357352"/>
                  <a:pt x="831488" y="359605"/>
                </a:cubicBezTo>
                <a:cubicBezTo>
                  <a:pt x="653290" y="447777"/>
                  <a:pt x="511701" y="558072"/>
                  <a:pt x="403693" y="684513"/>
                </a:cubicBezTo>
                <a:cubicBezTo>
                  <a:pt x="558598" y="492989"/>
                  <a:pt x="752375" y="333510"/>
                  <a:pt x="973533" y="217686"/>
                </a:cubicBezTo>
                <a:close/>
                <a:moveTo>
                  <a:pt x="972678" y="306620"/>
                </a:moveTo>
                <a:cubicBezTo>
                  <a:pt x="955677" y="331326"/>
                  <a:pt x="943112" y="355270"/>
                  <a:pt x="935865" y="378121"/>
                </a:cubicBezTo>
                <a:cubicBezTo>
                  <a:pt x="926704" y="406899"/>
                  <a:pt x="925315" y="434213"/>
                  <a:pt x="930378" y="459918"/>
                </a:cubicBezTo>
                <a:cubicBezTo>
                  <a:pt x="876700" y="474929"/>
                  <a:pt x="824444" y="490736"/>
                  <a:pt x="775498" y="508068"/>
                </a:cubicBezTo>
                <a:cubicBezTo>
                  <a:pt x="765769" y="511505"/>
                  <a:pt x="756846" y="515247"/>
                  <a:pt x="747321" y="518786"/>
                </a:cubicBezTo>
                <a:cubicBezTo>
                  <a:pt x="772915" y="463482"/>
                  <a:pt x="802811" y="412386"/>
                  <a:pt x="837177" y="366116"/>
                </a:cubicBezTo>
                <a:cubicBezTo>
                  <a:pt x="880137" y="344924"/>
                  <a:pt x="925315" y="325111"/>
                  <a:pt x="972678" y="306620"/>
                </a:cubicBezTo>
                <a:close/>
                <a:moveTo>
                  <a:pt x="2701360" y="310820"/>
                </a:moveTo>
                <a:cubicBezTo>
                  <a:pt x="2772243" y="339234"/>
                  <a:pt x="2837588" y="371111"/>
                  <a:pt x="2898548" y="405638"/>
                </a:cubicBezTo>
                <a:cubicBezTo>
                  <a:pt x="2907404" y="415730"/>
                  <a:pt x="2916870" y="425221"/>
                  <a:pt x="2925269" y="435737"/>
                </a:cubicBezTo>
                <a:cubicBezTo>
                  <a:pt x="2953971" y="471619"/>
                  <a:pt x="2979574" y="510252"/>
                  <a:pt x="3002925" y="550765"/>
                </a:cubicBezTo>
                <a:cubicBezTo>
                  <a:pt x="2920502" y="509388"/>
                  <a:pt x="2830645" y="474235"/>
                  <a:pt x="2734837" y="445397"/>
                </a:cubicBezTo>
                <a:cubicBezTo>
                  <a:pt x="2735565" y="440470"/>
                  <a:pt x="2736683" y="435542"/>
                  <a:pt x="2736953" y="430479"/>
                </a:cubicBezTo>
                <a:cubicBezTo>
                  <a:pt x="2738799" y="393437"/>
                  <a:pt x="2727428" y="353585"/>
                  <a:pt x="2701360" y="310820"/>
                </a:cubicBezTo>
                <a:close/>
                <a:moveTo>
                  <a:pt x="2327641" y="312276"/>
                </a:moveTo>
                <a:cubicBezTo>
                  <a:pt x="2377848" y="335263"/>
                  <a:pt x="2426955" y="358978"/>
                  <a:pt x="2473886" y="383777"/>
                </a:cubicBezTo>
                <a:cubicBezTo>
                  <a:pt x="2429935" y="375911"/>
                  <a:pt x="2385384" y="369062"/>
                  <a:pt x="2340239" y="363178"/>
                </a:cubicBezTo>
                <a:cubicBezTo>
                  <a:pt x="2336006" y="346210"/>
                  <a:pt x="2332340" y="328185"/>
                  <a:pt x="2327641" y="312276"/>
                </a:cubicBezTo>
                <a:close/>
                <a:moveTo>
                  <a:pt x="1504418" y="323223"/>
                </a:moveTo>
                <a:cubicBezTo>
                  <a:pt x="1502666" y="333510"/>
                  <a:pt x="1501184" y="344652"/>
                  <a:pt x="1499559" y="355405"/>
                </a:cubicBezTo>
                <a:cubicBezTo>
                  <a:pt x="1483353" y="357056"/>
                  <a:pt x="1467046" y="358411"/>
                  <a:pt x="1450977" y="360231"/>
                </a:cubicBezTo>
                <a:cubicBezTo>
                  <a:pt x="1468537" y="347700"/>
                  <a:pt x="1486333" y="335399"/>
                  <a:pt x="1504418" y="323223"/>
                </a:cubicBezTo>
                <a:close/>
                <a:moveTo>
                  <a:pt x="1844677" y="343628"/>
                </a:moveTo>
                <a:cubicBezTo>
                  <a:pt x="1859790" y="343433"/>
                  <a:pt x="1874835" y="343628"/>
                  <a:pt x="1889923" y="343628"/>
                </a:cubicBezTo>
                <a:cubicBezTo>
                  <a:pt x="1927261" y="468418"/>
                  <a:pt x="1960924" y="600541"/>
                  <a:pt x="1990921" y="738124"/>
                </a:cubicBezTo>
                <a:cubicBezTo>
                  <a:pt x="1918659" y="742425"/>
                  <a:pt x="1845041" y="744144"/>
                  <a:pt x="1771880" y="742755"/>
                </a:cubicBezTo>
                <a:cubicBezTo>
                  <a:pt x="1683344" y="741070"/>
                  <a:pt x="1596129" y="734686"/>
                  <a:pt x="1512622" y="724662"/>
                </a:cubicBezTo>
                <a:cubicBezTo>
                  <a:pt x="1564117" y="585555"/>
                  <a:pt x="1623316" y="458758"/>
                  <a:pt x="1689796" y="349089"/>
                </a:cubicBezTo>
                <a:cubicBezTo>
                  <a:pt x="1698398" y="348623"/>
                  <a:pt x="1706890" y="347794"/>
                  <a:pt x="1715492" y="347404"/>
                </a:cubicBezTo>
                <a:cubicBezTo>
                  <a:pt x="1758452" y="345415"/>
                  <a:pt x="1801547" y="344161"/>
                  <a:pt x="1844677" y="343594"/>
                </a:cubicBezTo>
                <a:close/>
                <a:moveTo>
                  <a:pt x="1898550" y="343628"/>
                </a:moveTo>
                <a:cubicBezTo>
                  <a:pt x="1965259" y="343696"/>
                  <a:pt x="2031900" y="345415"/>
                  <a:pt x="2098050" y="349089"/>
                </a:cubicBezTo>
                <a:cubicBezTo>
                  <a:pt x="2199015" y="430979"/>
                  <a:pt x="2290726" y="518617"/>
                  <a:pt x="2374766" y="610260"/>
                </a:cubicBezTo>
                <a:cubicBezTo>
                  <a:pt x="2377383" y="633281"/>
                  <a:pt x="2380024" y="656302"/>
                  <a:pt x="2382141" y="680280"/>
                </a:cubicBezTo>
                <a:cubicBezTo>
                  <a:pt x="2268899" y="709651"/>
                  <a:pt x="2137539" y="729259"/>
                  <a:pt x="1999557" y="737929"/>
                </a:cubicBezTo>
                <a:cubicBezTo>
                  <a:pt x="1969594" y="600473"/>
                  <a:pt x="1935829" y="468444"/>
                  <a:pt x="1898550" y="343628"/>
                </a:cubicBezTo>
                <a:close/>
                <a:moveTo>
                  <a:pt x="1679077" y="349716"/>
                </a:moveTo>
                <a:cubicBezTo>
                  <a:pt x="1613198" y="459249"/>
                  <a:pt x="1554727" y="585555"/>
                  <a:pt x="1503792" y="723604"/>
                </a:cubicBezTo>
                <a:cubicBezTo>
                  <a:pt x="1494893" y="722511"/>
                  <a:pt x="1486063" y="721224"/>
                  <a:pt x="1477266" y="720031"/>
                </a:cubicBezTo>
                <a:cubicBezTo>
                  <a:pt x="1482193" y="585656"/>
                  <a:pt x="1491718" y="465040"/>
                  <a:pt x="1506738" y="363178"/>
                </a:cubicBezTo>
                <a:cubicBezTo>
                  <a:pt x="1563685" y="357488"/>
                  <a:pt x="1621140" y="352924"/>
                  <a:pt x="1679077" y="349716"/>
                </a:cubicBezTo>
                <a:close/>
                <a:moveTo>
                  <a:pt x="2112571" y="350147"/>
                </a:moveTo>
                <a:cubicBezTo>
                  <a:pt x="2187179" y="354576"/>
                  <a:pt x="2260966" y="361425"/>
                  <a:pt x="2333525" y="370747"/>
                </a:cubicBezTo>
                <a:cubicBezTo>
                  <a:pt x="2350162" y="438387"/>
                  <a:pt x="2363294" y="513986"/>
                  <a:pt x="2373081" y="596604"/>
                </a:cubicBezTo>
                <a:cubicBezTo>
                  <a:pt x="2293410" y="510481"/>
                  <a:pt x="2207253" y="427634"/>
                  <a:pt x="2112571" y="350147"/>
                </a:cubicBezTo>
                <a:close/>
                <a:moveTo>
                  <a:pt x="1498136" y="364033"/>
                </a:moveTo>
                <a:cubicBezTo>
                  <a:pt x="1483226" y="465734"/>
                  <a:pt x="1473566" y="585656"/>
                  <a:pt x="1468672" y="718972"/>
                </a:cubicBezTo>
                <a:cubicBezTo>
                  <a:pt x="1339225" y="700820"/>
                  <a:pt x="1222808" y="672177"/>
                  <a:pt x="1131555" y="633611"/>
                </a:cubicBezTo>
                <a:cubicBezTo>
                  <a:pt x="1223037" y="539623"/>
                  <a:pt x="1324899" y="451680"/>
                  <a:pt x="1436491" y="370747"/>
                </a:cubicBezTo>
                <a:cubicBezTo>
                  <a:pt x="1456963" y="368334"/>
                  <a:pt x="1477503" y="366116"/>
                  <a:pt x="1498136" y="363999"/>
                </a:cubicBezTo>
                <a:close/>
                <a:moveTo>
                  <a:pt x="2342593" y="372008"/>
                </a:moveTo>
                <a:cubicBezTo>
                  <a:pt x="2394680" y="378883"/>
                  <a:pt x="2446208" y="386690"/>
                  <a:pt x="2496610" y="396181"/>
                </a:cubicBezTo>
                <a:cubicBezTo>
                  <a:pt x="2566824" y="434154"/>
                  <a:pt x="2633135" y="473972"/>
                  <a:pt x="2695907" y="515645"/>
                </a:cubicBezTo>
                <a:cubicBezTo>
                  <a:pt x="2670338" y="550401"/>
                  <a:pt x="2630985" y="581524"/>
                  <a:pt x="2579753" y="608576"/>
                </a:cubicBezTo>
                <a:cubicBezTo>
                  <a:pt x="2538478" y="630369"/>
                  <a:pt x="2489168" y="649258"/>
                  <a:pt x="2435193" y="665793"/>
                </a:cubicBezTo>
                <a:cubicBezTo>
                  <a:pt x="2418065" y="645880"/>
                  <a:pt x="2400632" y="626203"/>
                  <a:pt x="2382776" y="606696"/>
                </a:cubicBezTo>
                <a:cubicBezTo>
                  <a:pt x="2372946" y="520903"/>
                  <a:pt x="2359687" y="442256"/>
                  <a:pt x="2342593" y="372008"/>
                </a:cubicBezTo>
                <a:close/>
                <a:moveTo>
                  <a:pt x="1418795" y="373067"/>
                </a:moveTo>
                <a:cubicBezTo>
                  <a:pt x="1310947" y="452374"/>
                  <a:pt x="1212454" y="538463"/>
                  <a:pt x="1123588" y="630039"/>
                </a:cubicBezTo>
                <a:cubicBezTo>
                  <a:pt x="1084725" y="613046"/>
                  <a:pt x="1049310" y="594851"/>
                  <a:pt x="1021522" y="574082"/>
                </a:cubicBezTo>
                <a:cubicBezTo>
                  <a:pt x="986106" y="547658"/>
                  <a:pt x="960604" y="518355"/>
                  <a:pt x="947007" y="486207"/>
                </a:cubicBezTo>
                <a:cubicBezTo>
                  <a:pt x="944196" y="479560"/>
                  <a:pt x="942282" y="472711"/>
                  <a:pt x="940496" y="465802"/>
                </a:cubicBezTo>
                <a:cubicBezTo>
                  <a:pt x="1086842" y="425357"/>
                  <a:pt x="1248971" y="393971"/>
                  <a:pt x="1418795" y="373067"/>
                </a:cubicBezTo>
                <a:close/>
                <a:moveTo>
                  <a:pt x="821167" y="374125"/>
                </a:moveTo>
                <a:cubicBezTo>
                  <a:pt x="788756" y="419633"/>
                  <a:pt x="760477" y="469536"/>
                  <a:pt x="736170" y="523215"/>
                </a:cubicBezTo>
                <a:cubicBezTo>
                  <a:pt x="593498" y="577122"/>
                  <a:pt x="474567" y="640461"/>
                  <a:pt x="392110" y="712064"/>
                </a:cubicBezTo>
                <a:cubicBezTo>
                  <a:pt x="397376" y="705544"/>
                  <a:pt x="402236" y="698898"/>
                  <a:pt x="407689" y="692480"/>
                </a:cubicBezTo>
                <a:cubicBezTo>
                  <a:pt x="512337" y="569222"/>
                  <a:pt x="649352" y="461239"/>
                  <a:pt x="821200" y="374091"/>
                </a:cubicBezTo>
                <a:close/>
                <a:moveTo>
                  <a:pt x="2522933" y="401438"/>
                </a:moveTo>
                <a:cubicBezTo>
                  <a:pt x="2587991" y="414443"/>
                  <a:pt x="2651457" y="429387"/>
                  <a:pt x="2712544" y="447082"/>
                </a:cubicBezTo>
                <a:cubicBezTo>
                  <a:pt x="2716938" y="448335"/>
                  <a:pt x="2721011" y="449995"/>
                  <a:pt x="2725371" y="451282"/>
                </a:cubicBezTo>
                <a:cubicBezTo>
                  <a:pt x="2721307" y="471652"/>
                  <a:pt x="2713069" y="490838"/>
                  <a:pt x="2700767" y="509126"/>
                </a:cubicBezTo>
                <a:cubicBezTo>
                  <a:pt x="2644480" y="471720"/>
                  <a:pt x="2585180" y="435872"/>
                  <a:pt x="2522933" y="401438"/>
                </a:cubicBezTo>
                <a:close/>
                <a:moveTo>
                  <a:pt x="2921493" y="419100"/>
                </a:moveTo>
                <a:cubicBezTo>
                  <a:pt x="3053793" y="497256"/>
                  <a:pt x="3162928" y="589068"/>
                  <a:pt x="3249779" y="691625"/>
                </a:cubicBezTo>
                <a:cubicBezTo>
                  <a:pt x="3266120" y="710938"/>
                  <a:pt x="3281665" y="730682"/>
                  <a:pt x="3296481" y="750722"/>
                </a:cubicBezTo>
                <a:cubicBezTo>
                  <a:pt x="3309876" y="768816"/>
                  <a:pt x="3322406" y="787205"/>
                  <a:pt x="3334581" y="805823"/>
                </a:cubicBezTo>
                <a:cubicBezTo>
                  <a:pt x="3253479" y="705544"/>
                  <a:pt x="3144572" y="623231"/>
                  <a:pt x="3016184" y="557047"/>
                </a:cubicBezTo>
                <a:cubicBezTo>
                  <a:pt x="2991114" y="512335"/>
                  <a:pt x="2963267" y="469807"/>
                  <a:pt x="2931780" y="430445"/>
                </a:cubicBezTo>
                <a:cubicBezTo>
                  <a:pt x="2928605" y="426449"/>
                  <a:pt x="2924736" y="423037"/>
                  <a:pt x="2921493" y="419100"/>
                </a:cubicBezTo>
                <a:close/>
                <a:moveTo>
                  <a:pt x="2733575" y="453830"/>
                </a:moveTo>
                <a:cubicBezTo>
                  <a:pt x="2832728" y="483726"/>
                  <a:pt x="2925701" y="520040"/>
                  <a:pt x="3010096" y="563364"/>
                </a:cubicBezTo>
                <a:cubicBezTo>
                  <a:pt x="3062454" y="657394"/>
                  <a:pt x="3100850" y="762635"/>
                  <a:pt x="3126454" y="875843"/>
                </a:cubicBezTo>
                <a:cubicBezTo>
                  <a:pt x="3011121" y="745829"/>
                  <a:pt x="2872056" y="623790"/>
                  <a:pt x="2707710" y="513723"/>
                </a:cubicBezTo>
                <a:cubicBezTo>
                  <a:pt x="2720410" y="494877"/>
                  <a:pt x="2729240" y="474997"/>
                  <a:pt x="2733609" y="453796"/>
                </a:cubicBezTo>
                <a:close/>
                <a:moveTo>
                  <a:pt x="932495" y="468749"/>
                </a:moveTo>
                <a:cubicBezTo>
                  <a:pt x="934341" y="475793"/>
                  <a:pt x="936364" y="482803"/>
                  <a:pt x="939209" y="489551"/>
                </a:cubicBezTo>
                <a:cubicBezTo>
                  <a:pt x="953560" y="523477"/>
                  <a:pt x="980179" y="553779"/>
                  <a:pt x="1016468" y="580830"/>
                </a:cubicBezTo>
                <a:cubicBezTo>
                  <a:pt x="1044213" y="601565"/>
                  <a:pt x="1079104" y="619853"/>
                  <a:pt x="1117238" y="636753"/>
                </a:cubicBezTo>
                <a:cubicBezTo>
                  <a:pt x="949293" y="811149"/>
                  <a:pt x="816307" y="1004858"/>
                  <a:pt x="714080" y="1206669"/>
                </a:cubicBezTo>
                <a:cubicBezTo>
                  <a:pt x="705978" y="1209218"/>
                  <a:pt x="697444" y="1211394"/>
                  <a:pt x="689443" y="1214010"/>
                </a:cubicBezTo>
                <a:cubicBezTo>
                  <a:pt x="668309" y="1220953"/>
                  <a:pt x="648658" y="1228894"/>
                  <a:pt x="628220" y="1236303"/>
                </a:cubicBezTo>
                <a:cubicBezTo>
                  <a:pt x="620947" y="1011733"/>
                  <a:pt x="644721" y="801099"/>
                  <a:pt x="705216" y="623528"/>
                </a:cubicBezTo>
                <a:cubicBezTo>
                  <a:pt x="775032" y="568985"/>
                  <a:pt x="850834" y="517330"/>
                  <a:pt x="932495" y="468749"/>
                </a:cubicBezTo>
                <a:close/>
                <a:moveTo>
                  <a:pt x="903886" y="476123"/>
                </a:moveTo>
                <a:cubicBezTo>
                  <a:pt x="835323" y="518058"/>
                  <a:pt x="770900" y="562110"/>
                  <a:pt x="710905" y="608381"/>
                </a:cubicBezTo>
                <a:cubicBezTo>
                  <a:pt x="720557" y="581321"/>
                  <a:pt x="731081" y="555168"/>
                  <a:pt x="742452" y="529734"/>
                </a:cubicBezTo>
                <a:cubicBezTo>
                  <a:pt x="754492" y="525204"/>
                  <a:pt x="765871" y="520437"/>
                  <a:pt x="778241" y="516069"/>
                </a:cubicBezTo>
                <a:cubicBezTo>
                  <a:pt x="818254" y="501887"/>
                  <a:pt x="860588" y="488755"/>
                  <a:pt x="903886" y="476123"/>
                </a:cubicBezTo>
                <a:close/>
                <a:moveTo>
                  <a:pt x="2702849" y="520277"/>
                </a:moveTo>
                <a:cubicBezTo>
                  <a:pt x="2871396" y="633019"/>
                  <a:pt x="3013238" y="758427"/>
                  <a:pt x="3130018" y="892048"/>
                </a:cubicBezTo>
                <a:cubicBezTo>
                  <a:pt x="3157010" y="1018083"/>
                  <a:pt x="3167458" y="1153880"/>
                  <a:pt x="3164554" y="1294545"/>
                </a:cubicBezTo>
                <a:cubicBezTo>
                  <a:pt x="3151092" y="1288855"/>
                  <a:pt x="3138654" y="1282768"/>
                  <a:pt x="3124761" y="1277281"/>
                </a:cubicBezTo>
                <a:cubicBezTo>
                  <a:pt x="3019655" y="1235871"/>
                  <a:pt x="2901452" y="1200785"/>
                  <a:pt x="2775646" y="1170881"/>
                </a:cubicBezTo>
                <a:cubicBezTo>
                  <a:pt x="2686416" y="997712"/>
                  <a:pt x="2575189" y="829903"/>
                  <a:pt x="2440849" y="672702"/>
                </a:cubicBezTo>
                <a:cubicBezTo>
                  <a:pt x="2493960" y="656268"/>
                  <a:pt x="2542711" y="637582"/>
                  <a:pt x="2583758" y="615916"/>
                </a:cubicBezTo>
                <a:cubicBezTo>
                  <a:pt x="2635777" y="588467"/>
                  <a:pt x="2676323" y="556455"/>
                  <a:pt x="2702849" y="520243"/>
                </a:cubicBezTo>
                <a:close/>
                <a:moveTo>
                  <a:pt x="731344" y="533933"/>
                </a:moveTo>
                <a:cubicBezTo>
                  <a:pt x="719304" y="561315"/>
                  <a:pt x="708128" y="589263"/>
                  <a:pt x="698104" y="618465"/>
                </a:cubicBezTo>
                <a:cubicBezTo>
                  <a:pt x="525460" y="753804"/>
                  <a:pt x="388444" y="906035"/>
                  <a:pt x="284795" y="1067630"/>
                </a:cubicBezTo>
                <a:cubicBezTo>
                  <a:pt x="264721" y="1007372"/>
                  <a:pt x="263527" y="942086"/>
                  <a:pt x="284990" y="871008"/>
                </a:cubicBezTo>
                <a:cubicBezTo>
                  <a:pt x="286412" y="866978"/>
                  <a:pt x="289062" y="863075"/>
                  <a:pt x="290679" y="859036"/>
                </a:cubicBezTo>
                <a:cubicBezTo>
                  <a:pt x="309763" y="826033"/>
                  <a:pt x="330668" y="793716"/>
                  <a:pt x="353383" y="762296"/>
                </a:cubicBezTo>
                <a:cubicBezTo>
                  <a:pt x="431963" y="675581"/>
                  <a:pt x="564195" y="597992"/>
                  <a:pt x="731344" y="533933"/>
                </a:cubicBezTo>
                <a:close/>
                <a:moveTo>
                  <a:pt x="3023364" y="569680"/>
                </a:moveTo>
                <a:cubicBezTo>
                  <a:pt x="3179667" y="652103"/>
                  <a:pt x="3305609" y="759028"/>
                  <a:pt x="3385941" y="893301"/>
                </a:cubicBezTo>
                <a:cubicBezTo>
                  <a:pt x="3407937" y="992556"/>
                  <a:pt x="3387363" y="1080296"/>
                  <a:pt x="3333548" y="1157851"/>
                </a:cubicBezTo>
                <a:cubicBezTo>
                  <a:pt x="3278549" y="1065615"/>
                  <a:pt x="3213661" y="975656"/>
                  <a:pt x="3138256" y="889102"/>
                </a:cubicBezTo>
                <a:cubicBezTo>
                  <a:pt x="3113449" y="773608"/>
                  <a:pt x="3075552" y="666022"/>
                  <a:pt x="3023364" y="569680"/>
                </a:cubicBezTo>
                <a:close/>
                <a:moveTo>
                  <a:pt x="2384495" y="620353"/>
                </a:moveTo>
                <a:cubicBezTo>
                  <a:pt x="2398913" y="636261"/>
                  <a:pt x="2412866" y="652365"/>
                  <a:pt x="2426794" y="668503"/>
                </a:cubicBezTo>
                <a:cubicBezTo>
                  <a:pt x="2415085" y="672008"/>
                  <a:pt x="2402554" y="674954"/>
                  <a:pt x="2390379" y="678197"/>
                </a:cubicBezTo>
                <a:cubicBezTo>
                  <a:pt x="2388660" y="658486"/>
                  <a:pt x="2386577" y="639436"/>
                  <a:pt x="2384495" y="620353"/>
                </a:cubicBezTo>
                <a:close/>
                <a:moveTo>
                  <a:pt x="693472" y="632985"/>
                </a:moveTo>
                <a:cubicBezTo>
                  <a:pt x="635196" y="810023"/>
                  <a:pt x="612345" y="1017956"/>
                  <a:pt x="619821" y="1239444"/>
                </a:cubicBezTo>
                <a:cubicBezTo>
                  <a:pt x="571570" y="1257173"/>
                  <a:pt x="525231" y="1276088"/>
                  <a:pt x="481145" y="1296661"/>
                </a:cubicBezTo>
                <a:cubicBezTo>
                  <a:pt x="425850" y="1259916"/>
                  <a:pt x="379774" y="1219860"/>
                  <a:pt x="345019" y="1176376"/>
                </a:cubicBezTo>
                <a:cubicBezTo>
                  <a:pt x="320084" y="1145184"/>
                  <a:pt x="301263" y="1112147"/>
                  <a:pt x="288393" y="1077519"/>
                </a:cubicBezTo>
                <a:cubicBezTo>
                  <a:pt x="389960" y="917744"/>
                  <a:pt x="524241" y="767292"/>
                  <a:pt x="693472" y="632985"/>
                </a:cubicBezTo>
                <a:close/>
                <a:moveTo>
                  <a:pt x="1125272" y="640326"/>
                </a:moveTo>
                <a:cubicBezTo>
                  <a:pt x="1218211" y="680246"/>
                  <a:pt x="1336812" y="709286"/>
                  <a:pt x="1468469" y="727608"/>
                </a:cubicBezTo>
                <a:cubicBezTo>
                  <a:pt x="1467250" y="762796"/>
                  <a:pt x="1466124" y="798644"/>
                  <a:pt x="1465531" y="835491"/>
                </a:cubicBezTo>
                <a:cubicBezTo>
                  <a:pt x="1439860" y="913943"/>
                  <a:pt x="1416382" y="995333"/>
                  <a:pt x="1395046" y="1079009"/>
                </a:cubicBezTo>
                <a:cubicBezTo>
                  <a:pt x="1155736" y="1100040"/>
                  <a:pt x="926873" y="1140850"/>
                  <a:pt x="725256" y="1203291"/>
                </a:cubicBezTo>
                <a:cubicBezTo>
                  <a:pt x="827085" y="1003994"/>
                  <a:pt x="958987" y="812571"/>
                  <a:pt x="1125272" y="640326"/>
                </a:cubicBezTo>
                <a:close/>
                <a:moveTo>
                  <a:pt x="2432484" y="675454"/>
                </a:moveTo>
                <a:cubicBezTo>
                  <a:pt x="2565630" y="830893"/>
                  <a:pt x="2675900" y="996916"/>
                  <a:pt x="2764733" y="1168171"/>
                </a:cubicBezTo>
                <a:cubicBezTo>
                  <a:pt x="2650204" y="1141349"/>
                  <a:pt x="2529419" y="1118955"/>
                  <a:pt x="2403841" y="1102157"/>
                </a:cubicBezTo>
                <a:cubicBezTo>
                  <a:pt x="2406220" y="954219"/>
                  <a:pt x="2401919" y="814493"/>
                  <a:pt x="2391005" y="686825"/>
                </a:cubicBezTo>
                <a:cubicBezTo>
                  <a:pt x="2404967" y="683124"/>
                  <a:pt x="2419123" y="679484"/>
                  <a:pt x="2432484" y="675454"/>
                </a:cubicBezTo>
                <a:close/>
                <a:moveTo>
                  <a:pt x="2382810" y="688916"/>
                </a:moveTo>
                <a:cubicBezTo>
                  <a:pt x="2393588" y="815577"/>
                  <a:pt x="2397719" y="954286"/>
                  <a:pt x="2395442" y="1101065"/>
                </a:cubicBezTo>
                <a:cubicBezTo>
                  <a:pt x="2287221" y="1086815"/>
                  <a:pt x="2176096" y="1076689"/>
                  <a:pt x="2063582" y="1070178"/>
                </a:cubicBezTo>
                <a:cubicBezTo>
                  <a:pt x="2044896" y="960205"/>
                  <a:pt x="2024365" y="851662"/>
                  <a:pt x="2001505" y="746125"/>
                </a:cubicBezTo>
                <a:cubicBezTo>
                  <a:pt x="2138758" y="737497"/>
                  <a:pt x="2269534" y="718185"/>
                  <a:pt x="2382810" y="688916"/>
                </a:cubicBezTo>
                <a:close/>
                <a:moveTo>
                  <a:pt x="1476901" y="728667"/>
                </a:moveTo>
                <a:lnTo>
                  <a:pt x="1500685" y="731808"/>
                </a:lnTo>
                <a:cubicBezTo>
                  <a:pt x="1491490" y="756945"/>
                  <a:pt x="1483286" y="783370"/>
                  <a:pt x="1474591" y="809202"/>
                </a:cubicBezTo>
                <a:cubicBezTo>
                  <a:pt x="1475149" y="781651"/>
                  <a:pt x="1475979" y="755227"/>
                  <a:pt x="1476901" y="728667"/>
                </a:cubicBezTo>
                <a:close/>
                <a:moveTo>
                  <a:pt x="1509516" y="732866"/>
                </a:moveTo>
                <a:cubicBezTo>
                  <a:pt x="1593987" y="743018"/>
                  <a:pt x="1682159" y="749469"/>
                  <a:pt x="1771720" y="751154"/>
                </a:cubicBezTo>
                <a:cubicBezTo>
                  <a:pt x="1845599" y="752577"/>
                  <a:pt x="1919920" y="750892"/>
                  <a:pt x="1992877" y="746523"/>
                </a:cubicBezTo>
                <a:cubicBezTo>
                  <a:pt x="2015729" y="851865"/>
                  <a:pt x="2036337" y="959976"/>
                  <a:pt x="2054955" y="1069746"/>
                </a:cubicBezTo>
                <a:cubicBezTo>
                  <a:pt x="2015263" y="1067494"/>
                  <a:pt x="1975580" y="1065081"/>
                  <a:pt x="1935660" y="1063862"/>
                </a:cubicBezTo>
                <a:cubicBezTo>
                  <a:pt x="1880660" y="1062143"/>
                  <a:pt x="1825559" y="1061347"/>
                  <a:pt x="1770458" y="1061542"/>
                </a:cubicBezTo>
                <a:cubicBezTo>
                  <a:pt x="1671542" y="1061906"/>
                  <a:pt x="1572880" y="1065581"/>
                  <a:pt x="1475454" y="1072261"/>
                </a:cubicBezTo>
                <a:cubicBezTo>
                  <a:pt x="1474159" y="991658"/>
                  <a:pt x="1472973" y="911496"/>
                  <a:pt x="1474192" y="836515"/>
                </a:cubicBezTo>
                <a:cubicBezTo>
                  <a:pt x="1485673" y="801489"/>
                  <a:pt x="1497179" y="766564"/>
                  <a:pt x="1509549" y="732866"/>
                </a:cubicBezTo>
                <a:close/>
                <a:moveTo>
                  <a:pt x="288791" y="843263"/>
                </a:moveTo>
                <a:cubicBezTo>
                  <a:pt x="287208" y="846701"/>
                  <a:pt x="285422" y="850112"/>
                  <a:pt x="283965" y="853584"/>
                </a:cubicBezTo>
                <a:cubicBezTo>
                  <a:pt x="188283" y="1018387"/>
                  <a:pt x="137517" y="1201505"/>
                  <a:pt x="124656" y="1392140"/>
                </a:cubicBezTo>
                <a:cubicBezTo>
                  <a:pt x="94388" y="1476341"/>
                  <a:pt x="71604" y="1561541"/>
                  <a:pt x="56491" y="1647198"/>
                </a:cubicBezTo>
                <a:cubicBezTo>
                  <a:pt x="36908" y="1681497"/>
                  <a:pt x="21270" y="1717548"/>
                  <a:pt x="9357" y="1755081"/>
                </a:cubicBezTo>
                <a:cubicBezTo>
                  <a:pt x="17333" y="1420351"/>
                  <a:pt x="118535" y="1108346"/>
                  <a:pt x="288791" y="843297"/>
                </a:cubicBezTo>
                <a:close/>
                <a:moveTo>
                  <a:pt x="1465328" y="862609"/>
                </a:moveTo>
                <a:cubicBezTo>
                  <a:pt x="1464532" y="929818"/>
                  <a:pt x="1465861" y="1001353"/>
                  <a:pt x="1467013" y="1072888"/>
                </a:cubicBezTo>
                <a:cubicBezTo>
                  <a:pt x="1445947" y="1074411"/>
                  <a:pt x="1425043" y="1076359"/>
                  <a:pt x="1404114" y="1078145"/>
                </a:cubicBezTo>
                <a:cubicBezTo>
                  <a:pt x="1422961" y="1004494"/>
                  <a:pt x="1443103" y="932265"/>
                  <a:pt x="1465328" y="862609"/>
                </a:cubicBezTo>
                <a:close/>
                <a:moveTo>
                  <a:pt x="270071" y="896679"/>
                </a:moveTo>
                <a:cubicBezTo>
                  <a:pt x="255619" y="961068"/>
                  <a:pt x="259090" y="1021258"/>
                  <a:pt x="278936" y="1076892"/>
                </a:cubicBezTo>
                <a:cubicBezTo>
                  <a:pt x="220203" y="1169822"/>
                  <a:pt x="172476" y="1265801"/>
                  <a:pt x="135206" y="1363531"/>
                </a:cubicBezTo>
                <a:cubicBezTo>
                  <a:pt x="149693" y="1199388"/>
                  <a:pt x="193473" y="1041502"/>
                  <a:pt x="270071" y="896679"/>
                </a:cubicBezTo>
                <a:close/>
                <a:moveTo>
                  <a:pt x="3141728" y="905307"/>
                </a:moveTo>
                <a:cubicBezTo>
                  <a:pt x="3213728" y="989178"/>
                  <a:pt x="3275738" y="1076291"/>
                  <a:pt x="3328596" y="1165428"/>
                </a:cubicBezTo>
                <a:cubicBezTo>
                  <a:pt x="3320518" y="1176537"/>
                  <a:pt x="3311755" y="1187357"/>
                  <a:pt x="3302298" y="1198033"/>
                </a:cubicBezTo>
                <a:cubicBezTo>
                  <a:pt x="3269490" y="1235109"/>
                  <a:pt x="3227055" y="1269077"/>
                  <a:pt x="3179201" y="1300861"/>
                </a:cubicBezTo>
                <a:lnTo>
                  <a:pt x="3172885" y="1298118"/>
                </a:lnTo>
                <a:cubicBezTo>
                  <a:pt x="3175924" y="1161288"/>
                  <a:pt x="3166797" y="1028768"/>
                  <a:pt x="3141728" y="905307"/>
                </a:cubicBezTo>
                <a:close/>
                <a:moveTo>
                  <a:pt x="3398242" y="916881"/>
                </a:moveTo>
                <a:cubicBezTo>
                  <a:pt x="3492968" y="1104739"/>
                  <a:pt x="3534039" y="1313823"/>
                  <a:pt x="3530398" y="1529232"/>
                </a:cubicBezTo>
                <a:cubicBezTo>
                  <a:pt x="3522431" y="1520529"/>
                  <a:pt x="3514523" y="1511800"/>
                  <a:pt x="3505761" y="1503367"/>
                </a:cubicBezTo>
                <a:cubicBezTo>
                  <a:pt x="3499648" y="1497415"/>
                  <a:pt x="3491875" y="1491954"/>
                  <a:pt x="3485356" y="1486103"/>
                </a:cubicBezTo>
                <a:cubicBezTo>
                  <a:pt x="3448746" y="1377654"/>
                  <a:pt x="3399834" y="1270364"/>
                  <a:pt x="3338281" y="1165860"/>
                </a:cubicBezTo>
                <a:cubicBezTo>
                  <a:pt x="3390106" y="1092496"/>
                  <a:pt x="3412297" y="1009252"/>
                  <a:pt x="3398242" y="916847"/>
                </a:cubicBezTo>
                <a:close/>
                <a:moveTo>
                  <a:pt x="3422025" y="946082"/>
                </a:moveTo>
                <a:cubicBezTo>
                  <a:pt x="3554715" y="1186857"/>
                  <a:pt x="3632430" y="1461101"/>
                  <a:pt x="3639839" y="1752338"/>
                </a:cubicBezTo>
                <a:cubicBezTo>
                  <a:pt x="3631575" y="1674978"/>
                  <a:pt x="3596252" y="1603316"/>
                  <a:pt x="3538603" y="1537860"/>
                </a:cubicBezTo>
                <a:cubicBezTo>
                  <a:pt x="3543200" y="1330858"/>
                  <a:pt x="3507090" y="1129081"/>
                  <a:pt x="3422025" y="946082"/>
                </a:cubicBezTo>
                <a:close/>
                <a:moveTo>
                  <a:pt x="1770365" y="1070178"/>
                </a:moveTo>
                <a:cubicBezTo>
                  <a:pt x="1825364" y="1069975"/>
                  <a:pt x="1880431" y="1070576"/>
                  <a:pt x="1935329" y="1072261"/>
                </a:cubicBezTo>
                <a:cubicBezTo>
                  <a:pt x="1975809" y="1073514"/>
                  <a:pt x="2016093" y="1075902"/>
                  <a:pt x="2056344" y="1078145"/>
                </a:cubicBezTo>
                <a:cubicBezTo>
                  <a:pt x="2083928" y="1241594"/>
                  <a:pt x="2105653" y="1408278"/>
                  <a:pt x="2124111" y="1574436"/>
                </a:cubicBezTo>
                <a:cubicBezTo>
                  <a:pt x="2019861" y="1581150"/>
                  <a:pt x="1913900" y="1584096"/>
                  <a:pt x="1808033" y="1583267"/>
                </a:cubicBezTo>
                <a:cubicBezTo>
                  <a:pt x="1702860" y="1582479"/>
                  <a:pt x="1597882" y="1577814"/>
                  <a:pt x="1494893" y="1569610"/>
                </a:cubicBezTo>
                <a:cubicBezTo>
                  <a:pt x="1487654" y="1459247"/>
                  <a:pt x="1481999" y="1349908"/>
                  <a:pt x="1478265" y="1243448"/>
                </a:cubicBezTo>
                <a:cubicBezTo>
                  <a:pt x="1476309" y="1187450"/>
                  <a:pt x="1476241" y="1135067"/>
                  <a:pt x="1475319" y="1080889"/>
                </a:cubicBezTo>
                <a:cubicBezTo>
                  <a:pt x="1572719" y="1074208"/>
                  <a:pt x="1671441" y="1070542"/>
                  <a:pt x="1770365" y="1070178"/>
                </a:cubicBezTo>
                <a:close/>
                <a:moveTo>
                  <a:pt x="2064776" y="1078577"/>
                </a:moveTo>
                <a:cubicBezTo>
                  <a:pt x="2176858" y="1085122"/>
                  <a:pt x="2287391" y="1095477"/>
                  <a:pt x="2395146" y="1109701"/>
                </a:cubicBezTo>
                <a:cubicBezTo>
                  <a:pt x="2394384" y="1153092"/>
                  <a:pt x="2393393" y="1196848"/>
                  <a:pt x="2391573" y="1241366"/>
                </a:cubicBezTo>
                <a:cubicBezTo>
                  <a:pt x="2387433" y="1342170"/>
                  <a:pt x="2380456" y="1445785"/>
                  <a:pt x="2371134" y="1550264"/>
                </a:cubicBezTo>
                <a:cubicBezTo>
                  <a:pt x="2293207" y="1560220"/>
                  <a:pt x="2213603" y="1568221"/>
                  <a:pt x="2132510" y="1573615"/>
                </a:cubicBezTo>
                <a:cubicBezTo>
                  <a:pt x="2114120" y="1407786"/>
                  <a:pt x="2092259" y="1241721"/>
                  <a:pt x="2064742" y="1078611"/>
                </a:cubicBezTo>
                <a:close/>
                <a:moveTo>
                  <a:pt x="1466920" y="1081523"/>
                </a:moveTo>
                <a:cubicBezTo>
                  <a:pt x="1467842" y="1135626"/>
                  <a:pt x="1467910" y="1187916"/>
                  <a:pt x="1469857" y="1243872"/>
                </a:cubicBezTo>
                <a:cubicBezTo>
                  <a:pt x="1473600" y="1350010"/>
                  <a:pt x="1479086" y="1458984"/>
                  <a:pt x="1486300" y="1568983"/>
                </a:cubicBezTo>
                <a:cubicBezTo>
                  <a:pt x="1426101" y="1564090"/>
                  <a:pt x="1367038" y="1557503"/>
                  <a:pt x="1308694" y="1550060"/>
                </a:cubicBezTo>
                <a:cubicBezTo>
                  <a:pt x="1327846" y="1424915"/>
                  <a:pt x="1350664" y="1300929"/>
                  <a:pt x="1378350" y="1180804"/>
                </a:cubicBezTo>
                <a:cubicBezTo>
                  <a:pt x="1385622" y="1149088"/>
                  <a:pt x="1393793" y="1118167"/>
                  <a:pt x="1401701" y="1087010"/>
                </a:cubicBezTo>
                <a:cubicBezTo>
                  <a:pt x="1423426" y="1085156"/>
                  <a:pt x="1445058" y="1083107"/>
                  <a:pt x="1466920" y="1081549"/>
                </a:cubicBezTo>
                <a:close/>
                <a:moveTo>
                  <a:pt x="282839" y="1086350"/>
                </a:moveTo>
                <a:cubicBezTo>
                  <a:pt x="295937" y="1119683"/>
                  <a:pt x="314191" y="1151636"/>
                  <a:pt x="338169" y="1181633"/>
                </a:cubicBezTo>
                <a:cubicBezTo>
                  <a:pt x="372696" y="1224822"/>
                  <a:pt x="418009" y="1264547"/>
                  <a:pt x="472019" y="1300861"/>
                </a:cubicBezTo>
                <a:cubicBezTo>
                  <a:pt x="332284" y="1367104"/>
                  <a:pt x="214877" y="1447470"/>
                  <a:pt x="130701" y="1543744"/>
                </a:cubicBezTo>
                <a:cubicBezTo>
                  <a:pt x="128915" y="1493046"/>
                  <a:pt x="129677" y="1442805"/>
                  <a:pt x="133022" y="1392970"/>
                </a:cubicBezTo>
                <a:cubicBezTo>
                  <a:pt x="170724" y="1288356"/>
                  <a:pt x="220601" y="1185664"/>
                  <a:pt x="282839" y="1086350"/>
                </a:cubicBezTo>
                <a:close/>
                <a:moveTo>
                  <a:pt x="1392870" y="1087840"/>
                </a:moveTo>
                <a:cubicBezTo>
                  <a:pt x="1385224" y="1118133"/>
                  <a:pt x="1377224" y="1148063"/>
                  <a:pt x="1370145" y="1178890"/>
                </a:cubicBezTo>
                <a:cubicBezTo>
                  <a:pt x="1342434" y="1299235"/>
                  <a:pt x="1319481" y="1423458"/>
                  <a:pt x="1300262" y="1548773"/>
                </a:cubicBezTo>
                <a:cubicBezTo>
                  <a:pt x="1066870" y="1518514"/>
                  <a:pt x="850868" y="1468772"/>
                  <a:pt x="678029" y="1398422"/>
                </a:cubicBezTo>
                <a:cubicBezTo>
                  <a:pt x="665490" y="1393334"/>
                  <a:pt x="654543" y="1387543"/>
                  <a:pt x="642478" y="1382217"/>
                </a:cubicBezTo>
                <a:cubicBezTo>
                  <a:pt x="665761" y="1325465"/>
                  <a:pt x="691754" y="1269340"/>
                  <a:pt x="719897" y="1213578"/>
                </a:cubicBezTo>
                <a:cubicBezTo>
                  <a:pt x="921844" y="1150281"/>
                  <a:pt x="1152027" y="1109100"/>
                  <a:pt x="1392870" y="1087840"/>
                </a:cubicBezTo>
                <a:close/>
                <a:moveTo>
                  <a:pt x="2403578" y="1110759"/>
                </a:moveTo>
                <a:cubicBezTo>
                  <a:pt x="2531205" y="1127887"/>
                  <a:pt x="2653904" y="1150611"/>
                  <a:pt x="2769922" y="1178060"/>
                </a:cubicBezTo>
                <a:cubicBezTo>
                  <a:pt x="2813941" y="1263752"/>
                  <a:pt x="2852244" y="1350603"/>
                  <a:pt x="2885679" y="1437979"/>
                </a:cubicBezTo>
                <a:cubicBezTo>
                  <a:pt x="2736648" y="1487983"/>
                  <a:pt x="2564377" y="1525126"/>
                  <a:pt x="2379567" y="1549205"/>
                </a:cubicBezTo>
                <a:cubicBezTo>
                  <a:pt x="2388821" y="1445158"/>
                  <a:pt x="2395865" y="1342001"/>
                  <a:pt x="2399972" y="1241560"/>
                </a:cubicBezTo>
                <a:cubicBezTo>
                  <a:pt x="2401792" y="1197339"/>
                  <a:pt x="2402817" y="1153880"/>
                  <a:pt x="2403578" y="1110759"/>
                </a:cubicBezTo>
                <a:close/>
                <a:moveTo>
                  <a:pt x="3333058" y="1172997"/>
                </a:moveTo>
                <a:cubicBezTo>
                  <a:pt x="3391164" y="1272083"/>
                  <a:pt x="3438061" y="1373590"/>
                  <a:pt x="3473613" y="1476214"/>
                </a:cubicBezTo>
                <a:cubicBezTo>
                  <a:pt x="3398869" y="1412088"/>
                  <a:pt x="3302264" y="1354870"/>
                  <a:pt x="3188261" y="1304832"/>
                </a:cubicBezTo>
                <a:cubicBezTo>
                  <a:pt x="3234667" y="1273573"/>
                  <a:pt x="3276068" y="1240273"/>
                  <a:pt x="3308420" y="1203689"/>
                </a:cubicBezTo>
                <a:cubicBezTo>
                  <a:pt x="3317284" y="1193707"/>
                  <a:pt x="3325387" y="1183386"/>
                  <a:pt x="3333058" y="1172997"/>
                </a:cubicBezTo>
                <a:close/>
                <a:moveTo>
                  <a:pt x="2780870" y="1180770"/>
                </a:moveTo>
                <a:cubicBezTo>
                  <a:pt x="2903569" y="1210276"/>
                  <a:pt x="3018927" y="1244634"/>
                  <a:pt x="3121586" y="1285088"/>
                </a:cubicBezTo>
                <a:cubicBezTo>
                  <a:pt x="3136504" y="1290972"/>
                  <a:pt x="3149864" y="1297483"/>
                  <a:pt x="3164283" y="1303604"/>
                </a:cubicBezTo>
                <a:cubicBezTo>
                  <a:pt x="3164215" y="1306186"/>
                  <a:pt x="3164385" y="1308760"/>
                  <a:pt x="3164283" y="1311377"/>
                </a:cubicBezTo>
                <a:cubicBezTo>
                  <a:pt x="3103001" y="1350137"/>
                  <a:pt x="3031830" y="1384994"/>
                  <a:pt x="2951761" y="1415457"/>
                </a:cubicBezTo>
                <a:cubicBezTo>
                  <a:pt x="2933304" y="1422502"/>
                  <a:pt x="2913195" y="1428657"/>
                  <a:pt x="2893883" y="1435235"/>
                </a:cubicBezTo>
                <a:cubicBezTo>
                  <a:pt x="2861176" y="1349705"/>
                  <a:pt x="2823703" y="1264708"/>
                  <a:pt x="2780870" y="1180770"/>
                </a:cubicBezTo>
                <a:close/>
                <a:moveTo>
                  <a:pt x="708551" y="1216956"/>
                </a:moveTo>
                <a:cubicBezTo>
                  <a:pt x="682593" y="1268815"/>
                  <a:pt x="658547" y="1321096"/>
                  <a:pt x="636788" y="1373818"/>
                </a:cubicBezTo>
                <a:cubicBezTo>
                  <a:pt x="633046" y="1330562"/>
                  <a:pt x="629871" y="1287534"/>
                  <a:pt x="628355" y="1245133"/>
                </a:cubicBezTo>
                <a:cubicBezTo>
                  <a:pt x="649556" y="1237429"/>
                  <a:pt x="669995" y="1229191"/>
                  <a:pt x="691923" y="1222011"/>
                </a:cubicBezTo>
                <a:cubicBezTo>
                  <a:pt x="697308" y="1220225"/>
                  <a:pt x="703099" y="1218709"/>
                  <a:pt x="708551" y="1216956"/>
                </a:cubicBezTo>
                <a:close/>
                <a:moveTo>
                  <a:pt x="619956" y="1248275"/>
                </a:moveTo>
                <a:cubicBezTo>
                  <a:pt x="621506" y="1290244"/>
                  <a:pt x="624647" y="1332941"/>
                  <a:pt x="628355" y="1375740"/>
                </a:cubicBezTo>
                <a:cubicBezTo>
                  <a:pt x="578046" y="1352880"/>
                  <a:pt x="530989" y="1328674"/>
                  <a:pt x="489908" y="1302114"/>
                </a:cubicBezTo>
                <a:cubicBezTo>
                  <a:pt x="531387" y="1282971"/>
                  <a:pt x="574711" y="1264979"/>
                  <a:pt x="619956" y="1248275"/>
                </a:cubicBezTo>
                <a:close/>
                <a:moveTo>
                  <a:pt x="480223" y="1306314"/>
                </a:moveTo>
                <a:cubicBezTo>
                  <a:pt x="524012" y="1335024"/>
                  <a:pt x="574838" y="1360822"/>
                  <a:pt x="628982" y="1385197"/>
                </a:cubicBezTo>
                <a:cubicBezTo>
                  <a:pt x="629143" y="1387018"/>
                  <a:pt x="629244" y="1388804"/>
                  <a:pt x="629414" y="1390650"/>
                </a:cubicBezTo>
                <a:cubicBezTo>
                  <a:pt x="508036" y="1691123"/>
                  <a:pt x="453857" y="2001943"/>
                  <a:pt x="461071" y="2290072"/>
                </a:cubicBezTo>
                <a:cubicBezTo>
                  <a:pt x="395420" y="2261760"/>
                  <a:pt x="336382" y="2230239"/>
                  <a:pt x="283043" y="2196474"/>
                </a:cubicBezTo>
                <a:cubicBezTo>
                  <a:pt x="226383" y="2063022"/>
                  <a:pt x="183127" y="1926040"/>
                  <a:pt x="157625" y="1788719"/>
                </a:cubicBezTo>
                <a:cubicBezTo>
                  <a:pt x="143207" y="1710995"/>
                  <a:pt x="134444" y="1633178"/>
                  <a:pt x="131099" y="1556148"/>
                </a:cubicBezTo>
                <a:cubicBezTo>
                  <a:pt x="215673" y="1456868"/>
                  <a:pt x="335959" y="1374148"/>
                  <a:pt x="480223" y="1306314"/>
                </a:cubicBezTo>
                <a:close/>
                <a:moveTo>
                  <a:pt x="3180158" y="1310513"/>
                </a:moveTo>
                <a:cubicBezTo>
                  <a:pt x="3300977" y="1363100"/>
                  <a:pt x="3402645" y="1423526"/>
                  <a:pt x="3478777" y="1491395"/>
                </a:cubicBezTo>
                <a:cubicBezTo>
                  <a:pt x="3496930" y="1545531"/>
                  <a:pt x="3511848" y="1599870"/>
                  <a:pt x="3524023" y="1654344"/>
                </a:cubicBezTo>
                <a:cubicBezTo>
                  <a:pt x="3519189" y="1705339"/>
                  <a:pt x="3512018" y="1756503"/>
                  <a:pt x="3502552" y="1807667"/>
                </a:cubicBezTo>
                <a:cubicBezTo>
                  <a:pt x="3481554" y="1921239"/>
                  <a:pt x="3448348" y="2034413"/>
                  <a:pt x="3406379" y="2145606"/>
                </a:cubicBezTo>
                <a:cubicBezTo>
                  <a:pt x="3336859" y="2196245"/>
                  <a:pt x="3255105" y="2242312"/>
                  <a:pt x="3160617" y="2282495"/>
                </a:cubicBezTo>
                <a:cubicBezTo>
                  <a:pt x="3129163" y="2262683"/>
                  <a:pt x="3095661" y="2243768"/>
                  <a:pt x="3059178" y="2226141"/>
                </a:cubicBezTo>
                <a:cubicBezTo>
                  <a:pt x="3056731" y="2161913"/>
                  <a:pt x="3051507" y="2096795"/>
                  <a:pt x="3043404" y="2030781"/>
                </a:cubicBezTo>
                <a:cubicBezTo>
                  <a:pt x="3099166" y="1858171"/>
                  <a:pt x="3139281" y="1682259"/>
                  <a:pt x="3159321" y="1510115"/>
                </a:cubicBezTo>
                <a:cubicBezTo>
                  <a:pt x="3166967" y="1444498"/>
                  <a:pt x="3170836" y="1379872"/>
                  <a:pt x="3172817" y="1315805"/>
                </a:cubicBezTo>
                <a:cubicBezTo>
                  <a:pt x="3175434" y="1314120"/>
                  <a:pt x="3177584" y="1312240"/>
                  <a:pt x="3180158" y="1310547"/>
                </a:cubicBezTo>
                <a:close/>
                <a:moveTo>
                  <a:pt x="3164156" y="1321892"/>
                </a:moveTo>
                <a:cubicBezTo>
                  <a:pt x="3162073" y="1383640"/>
                  <a:pt x="3158263" y="1446047"/>
                  <a:pt x="3150922" y="1509251"/>
                </a:cubicBezTo>
                <a:cubicBezTo>
                  <a:pt x="3131610" y="1674944"/>
                  <a:pt x="3093908" y="1844345"/>
                  <a:pt x="3041288" y="2010766"/>
                </a:cubicBezTo>
                <a:cubicBezTo>
                  <a:pt x="3016777" y="1824338"/>
                  <a:pt x="2968788" y="1632780"/>
                  <a:pt x="2896922" y="1443008"/>
                </a:cubicBezTo>
                <a:cubicBezTo>
                  <a:pt x="2916269" y="1436429"/>
                  <a:pt x="2936479" y="1430274"/>
                  <a:pt x="2955004" y="1423230"/>
                </a:cubicBezTo>
                <a:cubicBezTo>
                  <a:pt x="3033253" y="1393461"/>
                  <a:pt x="3103501" y="1359696"/>
                  <a:pt x="3164156" y="1321892"/>
                </a:cubicBezTo>
                <a:close/>
                <a:moveTo>
                  <a:pt x="639201" y="1389829"/>
                </a:moveTo>
                <a:cubicBezTo>
                  <a:pt x="651376" y="1395154"/>
                  <a:pt x="662383" y="1401072"/>
                  <a:pt x="674990" y="1406229"/>
                </a:cubicBezTo>
                <a:cubicBezTo>
                  <a:pt x="848717" y="1476942"/>
                  <a:pt x="1065244" y="1526879"/>
                  <a:pt x="1299136" y="1557206"/>
                </a:cubicBezTo>
                <a:cubicBezTo>
                  <a:pt x="1274201" y="1721451"/>
                  <a:pt x="1256675" y="1887474"/>
                  <a:pt x="1246092" y="2050525"/>
                </a:cubicBezTo>
                <a:cubicBezTo>
                  <a:pt x="1087672" y="2073114"/>
                  <a:pt x="938447" y="2104898"/>
                  <a:pt x="806054" y="2146436"/>
                </a:cubicBezTo>
                <a:cubicBezTo>
                  <a:pt x="721319" y="1903612"/>
                  <a:pt x="663145" y="1650543"/>
                  <a:pt x="639201" y="1407880"/>
                </a:cubicBezTo>
                <a:cubicBezTo>
                  <a:pt x="638676" y="1402656"/>
                  <a:pt x="638643" y="1397567"/>
                  <a:pt x="638143" y="1392343"/>
                </a:cubicBezTo>
                <a:lnTo>
                  <a:pt x="639201" y="1389795"/>
                </a:lnTo>
                <a:close/>
                <a:moveTo>
                  <a:pt x="630802" y="1408938"/>
                </a:moveTo>
                <a:cubicBezTo>
                  <a:pt x="654848" y="1652160"/>
                  <a:pt x="713022" y="1905694"/>
                  <a:pt x="797883" y="2148950"/>
                </a:cubicBezTo>
                <a:cubicBezTo>
                  <a:pt x="752511" y="2163403"/>
                  <a:pt x="708619" y="2178516"/>
                  <a:pt x="667607" y="2195220"/>
                </a:cubicBezTo>
                <a:cubicBezTo>
                  <a:pt x="594819" y="2224854"/>
                  <a:pt x="529600" y="2258153"/>
                  <a:pt x="473373" y="2294899"/>
                </a:cubicBezTo>
                <a:lnTo>
                  <a:pt x="469605" y="2293408"/>
                </a:lnTo>
                <a:cubicBezTo>
                  <a:pt x="461994" y="2010342"/>
                  <a:pt x="513590" y="1704882"/>
                  <a:pt x="630802" y="1408938"/>
                </a:cubicBezTo>
                <a:close/>
                <a:moveTo>
                  <a:pt x="122599" y="1422400"/>
                </a:moveTo>
                <a:cubicBezTo>
                  <a:pt x="120584" y="1465665"/>
                  <a:pt x="120584" y="1509386"/>
                  <a:pt x="122370" y="1553210"/>
                </a:cubicBezTo>
                <a:cubicBezTo>
                  <a:pt x="102262" y="1577086"/>
                  <a:pt x="84567" y="1601893"/>
                  <a:pt x="68497" y="1627649"/>
                </a:cubicBezTo>
                <a:cubicBezTo>
                  <a:pt x="81629" y="1558832"/>
                  <a:pt x="99646" y="1490303"/>
                  <a:pt x="122599" y="1422400"/>
                </a:cubicBezTo>
                <a:close/>
                <a:moveTo>
                  <a:pt x="2888820" y="1445751"/>
                </a:moveTo>
                <a:cubicBezTo>
                  <a:pt x="2962776" y="1641018"/>
                  <a:pt x="3011155" y="1838164"/>
                  <a:pt x="3034870" y="2029485"/>
                </a:cubicBezTo>
                <a:cubicBezTo>
                  <a:pt x="3017276" y="2083765"/>
                  <a:pt x="2997998" y="2137469"/>
                  <a:pt x="2977195" y="2190784"/>
                </a:cubicBezTo>
                <a:cubicBezTo>
                  <a:pt x="2967010" y="2186686"/>
                  <a:pt x="2957781" y="2182156"/>
                  <a:pt x="2947324" y="2178186"/>
                </a:cubicBezTo>
                <a:cubicBezTo>
                  <a:pt x="2769991" y="2110681"/>
                  <a:pt x="2552372" y="2064216"/>
                  <a:pt x="2318971" y="2037292"/>
                </a:cubicBezTo>
                <a:cubicBezTo>
                  <a:pt x="2344312" y="1878677"/>
                  <a:pt x="2364547" y="1717218"/>
                  <a:pt x="2378932" y="1557799"/>
                </a:cubicBezTo>
                <a:cubicBezTo>
                  <a:pt x="2565004" y="1533660"/>
                  <a:pt x="2738537" y="1496221"/>
                  <a:pt x="2888820" y="1445717"/>
                </a:cubicBezTo>
                <a:close/>
                <a:moveTo>
                  <a:pt x="3490216" y="1501047"/>
                </a:moveTo>
                <a:cubicBezTo>
                  <a:pt x="3493230" y="1503858"/>
                  <a:pt x="3496997" y="1506440"/>
                  <a:pt x="3499910" y="1509251"/>
                </a:cubicBezTo>
                <a:cubicBezTo>
                  <a:pt x="3510629" y="1519640"/>
                  <a:pt x="3520645" y="1530282"/>
                  <a:pt x="3530204" y="1541001"/>
                </a:cubicBezTo>
                <a:cubicBezTo>
                  <a:pt x="3529510" y="1569110"/>
                  <a:pt x="3528189" y="1597296"/>
                  <a:pt x="3526004" y="1625532"/>
                </a:cubicBezTo>
                <a:cubicBezTo>
                  <a:pt x="3515946" y="1583961"/>
                  <a:pt x="3503745" y="1542423"/>
                  <a:pt x="3490216" y="1501047"/>
                </a:cubicBezTo>
                <a:close/>
                <a:moveTo>
                  <a:pt x="3538408" y="1550695"/>
                </a:moveTo>
                <a:cubicBezTo>
                  <a:pt x="3602831" y="1626565"/>
                  <a:pt x="3637095" y="1710199"/>
                  <a:pt x="3633328" y="1801122"/>
                </a:cubicBezTo>
                <a:cubicBezTo>
                  <a:pt x="3627900" y="1865215"/>
                  <a:pt x="3605938" y="1924846"/>
                  <a:pt x="3570387" y="1980311"/>
                </a:cubicBezTo>
                <a:cubicBezTo>
                  <a:pt x="3569168" y="1872395"/>
                  <a:pt x="3556400" y="1763090"/>
                  <a:pt x="3532092" y="1653946"/>
                </a:cubicBezTo>
                <a:cubicBezTo>
                  <a:pt x="3535326" y="1619419"/>
                  <a:pt x="3537384" y="1584985"/>
                  <a:pt x="3538408" y="1550695"/>
                </a:cubicBezTo>
                <a:close/>
                <a:moveTo>
                  <a:pt x="1307407" y="1558468"/>
                </a:moveTo>
                <a:cubicBezTo>
                  <a:pt x="1366378" y="1565969"/>
                  <a:pt x="1426101" y="1572455"/>
                  <a:pt x="1486892" y="1577382"/>
                </a:cubicBezTo>
                <a:cubicBezTo>
                  <a:pt x="1496680" y="1725219"/>
                  <a:pt x="1510379" y="1873817"/>
                  <a:pt x="1525619" y="2020892"/>
                </a:cubicBezTo>
                <a:cubicBezTo>
                  <a:pt x="1433180" y="2027369"/>
                  <a:pt x="1342595" y="2036928"/>
                  <a:pt x="1254389" y="2049264"/>
                </a:cubicBezTo>
                <a:cubicBezTo>
                  <a:pt x="1264939" y="1887008"/>
                  <a:pt x="1282634" y="1721875"/>
                  <a:pt x="1307407" y="1558468"/>
                </a:cubicBezTo>
                <a:close/>
                <a:moveTo>
                  <a:pt x="2370304" y="1558891"/>
                </a:moveTo>
                <a:cubicBezTo>
                  <a:pt x="2355920" y="1717582"/>
                  <a:pt x="2335744" y="1878347"/>
                  <a:pt x="2310538" y="2036233"/>
                </a:cubicBezTo>
                <a:cubicBezTo>
                  <a:pt x="2265166" y="2031111"/>
                  <a:pt x="2219293" y="2026810"/>
                  <a:pt x="2172896" y="2023169"/>
                </a:cubicBezTo>
                <a:cubicBezTo>
                  <a:pt x="2163701" y="1878779"/>
                  <a:pt x="2149705" y="1730705"/>
                  <a:pt x="2133340" y="1582014"/>
                </a:cubicBezTo>
                <a:cubicBezTo>
                  <a:pt x="2213832" y="1576654"/>
                  <a:pt x="2292877" y="1568721"/>
                  <a:pt x="2370304" y="1558866"/>
                </a:cubicBezTo>
                <a:close/>
                <a:moveTo>
                  <a:pt x="122667" y="1566037"/>
                </a:moveTo>
                <a:cubicBezTo>
                  <a:pt x="126341" y="1640349"/>
                  <a:pt x="135265" y="1715296"/>
                  <a:pt x="149193" y="1790209"/>
                </a:cubicBezTo>
                <a:cubicBezTo>
                  <a:pt x="174093" y="1924346"/>
                  <a:pt x="216096" y="2058162"/>
                  <a:pt x="270605" y="2188701"/>
                </a:cubicBezTo>
                <a:cubicBezTo>
                  <a:pt x="229093" y="2161549"/>
                  <a:pt x="190298" y="2133439"/>
                  <a:pt x="157829" y="2102875"/>
                </a:cubicBezTo>
                <a:cubicBezTo>
                  <a:pt x="106097" y="2054259"/>
                  <a:pt x="67041" y="2001181"/>
                  <a:pt x="41675" y="1943930"/>
                </a:cubicBezTo>
                <a:cubicBezTo>
                  <a:pt x="39752" y="1846428"/>
                  <a:pt x="47195" y="1748003"/>
                  <a:pt x="64391" y="1649908"/>
                </a:cubicBezTo>
                <a:cubicBezTo>
                  <a:pt x="81163" y="1620706"/>
                  <a:pt x="100645" y="1592893"/>
                  <a:pt x="122667" y="1566003"/>
                </a:cubicBezTo>
                <a:close/>
                <a:moveTo>
                  <a:pt x="1495528" y="1578246"/>
                </a:moveTo>
                <a:cubicBezTo>
                  <a:pt x="1598314" y="1586348"/>
                  <a:pt x="1703089" y="1590878"/>
                  <a:pt x="1808033" y="1591700"/>
                </a:cubicBezTo>
                <a:cubicBezTo>
                  <a:pt x="1914163" y="1592495"/>
                  <a:pt x="2020428" y="1589583"/>
                  <a:pt x="2124932" y="1582869"/>
                </a:cubicBezTo>
                <a:cubicBezTo>
                  <a:pt x="2141239" y="1731069"/>
                  <a:pt x="2155065" y="1878643"/>
                  <a:pt x="2164260" y="2022577"/>
                </a:cubicBezTo>
                <a:cubicBezTo>
                  <a:pt x="2044736" y="2013517"/>
                  <a:pt x="1922765" y="2008818"/>
                  <a:pt x="1800658" y="2009741"/>
                </a:cubicBezTo>
                <a:cubicBezTo>
                  <a:pt x="1711225" y="2010435"/>
                  <a:pt x="1622097" y="2014474"/>
                  <a:pt x="1534051" y="2020494"/>
                </a:cubicBezTo>
                <a:cubicBezTo>
                  <a:pt x="1518812" y="1873783"/>
                  <a:pt x="1505316" y="1725684"/>
                  <a:pt x="1495528" y="1578246"/>
                </a:cubicBezTo>
                <a:close/>
                <a:moveTo>
                  <a:pt x="52190" y="1673064"/>
                </a:moveTo>
                <a:cubicBezTo>
                  <a:pt x="38898" y="1756537"/>
                  <a:pt x="32548" y="1840247"/>
                  <a:pt x="33039" y="1923322"/>
                </a:cubicBezTo>
                <a:cubicBezTo>
                  <a:pt x="16867" y="1880430"/>
                  <a:pt x="8172" y="1835319"/>
                  <a:pt x="8400" y="1787694"/>
                </a:cubicBezTo>
                <a:cubicBezTo>
                  <a:pt x="8400" y="1787398"/>
                  <a:pt x="8400" y="1787127"/>
                  <a:pt x="8400" y="1786831"/>
                </a:cubicBezTo>
                <a:cubicBezTo>
                  <a:pt x="8400" y="1786763"/>
                  <a:pt x="8400" y="1786704"/>
                  <a:pt x="8400" y="1786636"/>
                </a:cubicBezTo>
                <a:cubicBezTo>
                  <a:pt x="8400" y="1786568"/>
                  <a:pt x="8400" y="1786467"/>
                  <a:pt x="8400" y="1786399"/>
                </a:cubicBezTo>
                <a:cubicBezTo>
                  <a:pt x="18552" y="1746851"/>
                  <a:pt x="33606" y="1709175"/>
                  <a:pt x="52190" y="1673064"/>
                </a:cubicBezTo>
                <a:close/>
                <a:moveTo>
                  <a:pt x="3528951" y="1678119"/>
                </a:moveTo>
                <a:cubicBezTo>
                  <a:pt x="3550710" y="1783232"/>
                  <a:pt x="3562022" y="1888566"/>
                  <a:pt x="3562386" y="1992283"/>
                </a:cubicBezTo>
                <a:cubicBezTo>
                  <a:pt x="3534141" y="2033524"/>
                  <a:pt x="3498522" y="2072513"/>
                  <a:pt x="3455494" y="2108996"/>
                </a:cubicBezTo>
                <a:cubicBezTo>
                  <a:pt x="3444479" y="2118326"/>
                  <a:pt x="3431220" y="2126886"/>
                  <a:pt x="3419308" y="2135886"/>
                </a:cubicBezTo>
                <a:cubicBezTo>
                  <a:pt x="3459033" y="2028427"/>
                  <a:pt x="3490351" y="1919029"/>
                  <a:pt x="3510629" y="1809327"/>
                </a:cubicBezTo>
                <a:cubicBezTo>
                  <a:pt x="3518731" y="1765537"/>
                  <a:pt x="3524184" y="1721815"/>
                  <a:pt x="3528917" y="1678093"/>
                </a:cubicBezTo>
                <a:close/>
                <a:moveTo>
                  <a:pt x="3640669" y="1809555"/>
                </a:moveTo>
                <a:cubicBezTo>
                  <a:pt x="3638713" y="2101122"/>
                  <a:pt x="3565358" y="2376026"/>
                  <a:pt x="3437604" y="2618749"/>
                </a:cubicBezTo>
                <a:cubicBezTo>
                  <a:pt x="3505998" y="2468237"/>
                  <a:pt x="3549355" y="2304923"/>
                  <a:pt x="3564502" y="2135488"/>
                </a:cubicBezTo>
                <a:cubicBezTo>
                  <a:pt x="3568668" y="2088989"/>
                  <a:pt x="3570683" y="2042058"/>
                  <a:pt x="3570590" y="1994797"/>
                </a:cubicBezTo>
                <a:cubicBezTo>
                  <a:pt x="3609283" y="1937715"/>
                  <a:pt x="3633624" y="1875968"/>
                  <a:pt x="3640669" y="1809555"/>
                </a:cubicBezTo>
                <a:close/>
                <a:moveTo>
                  <a:pt x="10323" y="1877881"/>
                </a:moveTo>
                <a:cubicBezTo>
                  <a:pt x="15741" y="1901097"/>
                  <a:pt x="23683" y="1923686"/>
                  <a:pt x="33276" y="1945615"/>
                </a:cubicBezTo>
                <a:cubicBezTo>
                  <a:pt x="34199" y="1991817"/>
                  <a:pt x="37009" y="2037893"/>
                  <a:pt x="42106" y="2083562"/>
                </a:cubicBezTo>
                <a:cubicBezTo>
                  <a:pt x="51860" y="2171141"/>
                  <a:pt x="69589" y="2257332"/>
                  <a:pt x="94058" y="2341364"/>
                </a:cubicBezTo>
                <a:cubicBezTo>
                  <a:pt x="46365" y="2194221"/>
                  <a:pt x="17562" y="2038782"/>
                  <a:pt x="10323" y="1877881"/>
                </a:cubicBezTo>
                <a:close/>
                <a:moveTo>
                  <a:pt x="42496" y="1965791"/>
                </a:moveTo>
                <a:cubicBezTo>
                  <a:pt x="68327" y="2017150"/>
                  <a:pt x="105107" y="2064944"/>
                  <a:pt x="151936" y="2108996"/>
                </a:cubicBezTo>
                <a:cubicBezTo>
                  <a:pt x="187361" y="2142338"/>
                  <a:pt x="230024" y="2172962"/>
                  <a:pt x="275897" y="2202163"/>
                </a:cubicBezTo>
                <a:cubicBezTo>
                  <a:pt x="302058" y="2263682"/>
                  <a:pt x="330726" y="2324337"/>
                  <a:pt x="362781" y="2383832"/>
                </a:cubicBezTo>
                <a:cubicBezTo>
                  <a:pt x="351402" y="2395474"/>
                  <a:pt x="340556" y="2407412"/>
                  <a:pt x="330794" y="2419587"/>
                </a:cubicBezTo>
                <a:cubicBezTo>
                  <a:pt x="265279" y="2501604"/>
                  <a:pt x="238923" y="2596591"/>
                  <a:pt x="262206" y="2702856"/>
                </a:cubicBezTo>
                <a:cubicBezTo>
                  <a:pt x="147339" y="2514871"/>
                  <a:pt x="75042" y="2302900"/>
                  <a:pt x="50505" y="2082707"/>
                </a:cubicBezTo>
                <a:cubicBezTo>
                  <a:pt x="46204" y="2044006"/>
                  <a:pt x="43859" y="2004949"/>
                  <a:pt x="42530" y="1965791"/>
                </a:cubicBezTo>
                <a:close/>
                <a:moveTo>
                  <a:pt x="3561852" y="2007861"/>
                </a:moveTo>
                <a:cubicBezTo>
                  <a:pt x="3561590" y="2050423"/>
                  <a:pt x="3559939" y="2092723"/>
                  <a:pt x="3556163" y="2134658"/>
                </a:cubicBezTo>
                <a:cubicBezTo>
                  <a:pt x="3538239" y="2335318"/>
                  <a:pt x="3480691" y="2527436"/>
                  <a:pt x="3388455" y="2699478"/>
                </a:cubicBezTo>
                <a:cubicBezTo>
                  <a:pt x="3410477" y="2585246"/>
                  <a:pt x="3377211" y="2484603"/>
                  <a:pt x="3301968" y="2398979"/>
                </a:cubicBezTo>
                <a:cubicBezTo>
                  <a:pt x="3344699" y="2318182"/>
                  <a:pt x="3381343" y="2234870"/>
                  <a:pt x="3413288" y="2150440"/>
                </a:cubicBezTo>
                <a:cubicBezTo>
                  <a:pt x="3429196" y="2138731"/>
                  <a:pt x="3446197" y="2127546"/>
                  <a:pt x="3460650" y="2115312"/>
                </a:cubicBezTo>
                <a:cubicBezTo>
                  <a:pt x="3500376" y="2081615"/>
                  <a:pt x="3534336" y="2045792"/>
                  <a:pt x="3561852" y="2007861"/>
                </a:cubicBezTo>
                <a:close/>
                <a:moveTo>
                  <a:pt x="1800523" y="2018148"/>
                </a:moveTo>
                <a:cubicBezTo>
                  <a:pt x="1922960" y="2017217"/>
                  <a:pt x="2045193" y="2021848"/>
                  <a:pt x="2165022" y="2030976"/>
                </a:cubicBezTo>
                <a:cubicBezTo>
                  <a:pt x="2175173" y="2192240"/>
                  <a:pt x="2179576" y="2346029"/>
                  <a:pt x="2180998" y="2493831"/>
                </a:cubicBezTo>
                <a:cubicBezTo>
                  <a:pt x="2051483" y="2504152"/>
                  <a:pt x="1919750" y="2510003"/>
                  <a:pt x="1787925" y="2510003"/>
                </a:cubicBezTo>
                <a:cubicBezTo>
                  <a:pt x="1723332" y="2510003"/>
                  <a:pt x="1658876" y="2508521"/>
                  <a:pt x="1594741" y="2506040"/>
                </a:cubicBezTo>
                <a:cubicBezTo>
                  <a:pt x="1571889" y="2354301"/>
                  <a:pt x="1552179" y="2193299"/>
                  <a:pt x="1534983" y="2028859"/>
                </a:cubicBezTo>
                <a:cubicBezTo>
                  <a:pt x="1622723" y="2022873"/>
                  <a:pt x="1711428" y="2018809"/>
                  <a:pt x="1800523" y="2018148"/>
                </a:cubicBezTo>
                <a:close/>
                <a:moveTo>
                  <a:pt x="1526347" y="2029291"/>
                </a:moveTo>
                <a:cubicBezTo>
                  <a:pt x="1543483" y="2193434"/>
                  <a:pt x="1563321" y="2354030"/>
                  <a:pt x="1586113" y="2505608"/>
                </a:cubicBezTo>
                <a:cubicBezTo>
                  <a:pt x="1469460" y="2500876"/>
                  <a:pt x="1354465" y="2491850"/>
                  <a:pt x="1242485" y="2478888"/>
                </a:cubicBezTo>
                <a:cubicBezTo>
                  <a:pt x="1242417" y="2474748"/>
                  <a:pt x="1242087" y="2470844"/>
                  <a:pt x="1242053" y="2466713"/>
                </a:cubicBezTo>
                <a:cubicBezTo>
                  <a:pt x="1240563" y="2335318"/>
                  <a:pt x="1244932" y="2197735"/>
                  <a:pt x="1253830" y="2057900"/>
                </a:cubicBezTo>
                <a:cubicBezTo>
                  <a:pt x="1342434" y="2045428"/>
                  <a:pt x="1433451" y="2035810"/>
                  <a:pt x="1526313" y="2029291"/>
                </a:cubicBezTo>
                <a:close/>
                <a:moveTo>
                  <a:pt x="2173420" y="2031839"/>
                </a:moveTo>
                <a:cubicBezTo>
                  <a:pt x="2219225" y="2035412"/>
                  <a:pt x="2264573" y="2039578"/>
                  <a:pt x="2309353" y="2044632"/>
                </a:cubicBezTo>
                <a:cubicBezTo>
                  <a:pt x="2284647" y="2198125"/>
                  <a:pt x="2254718" y="2348044"/>
                  <a:pt x="2220978" y="2490462"/>
                </a:cubicBezTo>
                <a:lnTo>
                  <a:pt x="2189431" y="2493205"/>
                </a:lnTo>
                <a:cubicBezTo>
                  <a:pt x="2188009" y="2345868"/>
                  <a:pt x="2183538" y="2192469"/>
                  <a:pt x="2173420" y="2031805"/>
                </a:cubicBezTo>
                <a:close/>
                <a:moveTo>
                  <a:pt x="2317548" y="2045699"/>
                </a:moveTo>
                <a:cubicBezTo>
                  <a:pt x="2550551" y="2072547"/>
                  <a:pt x="2767772" y="2118783"/>
                  <a:pt x="2944217" y="2185958"/>
                </a:cubicBezTo>
                <a:cubicBezTo>
                  <a:pt x="2954665" y="2189929"/>
                  <a:pt x="2963767" y="2194458"/>
                  <a:pt x="2973919" y="2198590"/>
                </a:cubicBezTo>
                <a:cubicBezTo>
                  <a:pt x="2950669" y="2257696"/>
                  <a:pt x="2925566" y="2315769"/>
                  <a:pt x="2898573" y="2373114"/>
                </a:cubicBezTo>
                <a:cubicBezTo>
                  <a:pt x="2697558" y="2429739"/>
                  <a:pt x="2468594" y="2468330"/>
                  <a:pt x="2229809" y="2489835"/>
                </a:cubicBezTo>
                <a:cubicBezTo>
                  <a:pt x="2263379" y="2347883"/>
                  <a:pt x="2292944" y="2198556"/>
                  <a:pt x="2317548" y="2045699"/>
                </a:cubicBezTo>
                <a:close/>
                <a:moveTo>
                  <a:pt x="3036826" y="2049695"/>
                </a:moveTo>
                <a:cubicBezTo>
                  <a:pt x="3043540" y="2107904"/>
                  <a:pt x="3048036" y="2165350"/>
                  <a:pt x="3050279" y="2222136"/>
                </a:cubicBezTo>
                <a:cubicBezTo>
                  <a:pt x="3029544" y="2212315"/>
                  <a:pt x="3007023" y="2203289"/>
                  <a:pt x="2984832" y="2194162"/>
                </a:cubicBezTo>
                <a:cubicBezTo>
                  <a:pt x="3003484" y="2146368"/>
                  <a:pt x="3020781" y="2098252"/>
                  <a:pt x="3036826" y="2049695"/>
                </a:cubicBezTo>
                <a:close/>
                <a:moveTo>
                  <a:pt x="1245194" y="2059153"/>
                </a:moveTo>
                <a:cubicBezTo>
                  <a:pt x="1236364" y="2198556"/>
                  <a:pt x="1232164" y="2335649"/>
                  <a:pt x="1233620" y="2466679"/>
                </a:cubicBezTo>
                <a:cubicBezTo>
                  <a:pt x="1233688" y="2470480"/>
                  <a:pt x="1233790" y="2474053"/>
                  <a:pt x="1233849" y="2477829"/>
                </a:cubicBezTo>
                <a:cubicBezTo>
                  <a:pt x="1124874" y="2465028"/>
                  <a:pt x="1019405" y="2448255"/>
                  <a:pt x="918635" y="2427588"/>
                </a:cubicBezTo>
                <a:cubicBezTo>
                  <a:pt x="878122" y="2338790"/>
                  <a:pt x="841343" y="2247604"/>
                  <a:pt x="808569" y="2154403"/>
                </a:cubicBezTo>
                <a:cubicBezTo>
                  <a:pt x="939802" y="2113297"/>
                  <a:pt x="1087935" y="2081648"/>
                  <a:pt x="1245194" y="2059153"/>
                </a:cubicBezTo>
                <a:close/>
                <a:moveTo>
                  <a:pt x="800364" y="2156722"/>
                </a:moveTo>
                <a:cubicBezTo>
                  <a:pt x="832546" y="2248230"/>
                  <a:pt x="868690" y="2337960"/>
                  <a:pt x="908314" y="2425277"/>
                </a:cubicBezTo>
                <a:cubicBezTo>
                  <a:pt x="783033" y="2399149"/>
                  <a:pt x="664737" y="2367729"/>
                  <a:pt x="558768" y="2329358"/>
                </a:cubicBezTo>
                <a:cubicBezTo>
                  <a:pt x="532377" y="2319799"/>
                  <a:pt x="507934" y="2309216"/>
                  <a:pt x="483033" y="2298869"/>
                </a:cubicBezTo>
                <a:cubicBezTo>
                  <a:pt x="537533" y="2263741"/>
                  <a:pt x="600178" y="2231627"/>
                  <a:pt x="670519" y="2202993"/>
                </a:cubicBezTo>
                <a:cubicBezTo>
                  <a:pt x="711363" y="2186356"/>
                  <a:pt x="755059" y="2171141"/>
                  <a:pt x="800364" y="2156722"/>
                </a:cubicBezTo>
                <a:close/>
                <a:moveTo>
                  <a:pt x="3400223" y="2160295"/>
                </a:moveTo>
                <a:cubicBezTo>
                  <a:pt x="3369837" y="2239036"/>
                  <a:pt x="3335470" y="2316726"/>
                  <a:pt x="3295652" y="2392265"/>
                </a:cubicBezTo>
                <a:cubicBezTo>
                  <a:pt x="3261159" y="2354462"/>
                  <a:pt x="3217666" y="2320002"/>
                  <a:pt x="3168118" y="2287956"/>
                </a:cubicBezTo>
                <a:cubicBezTo>
                  <a:pt x="3256129" y="2250186"/>
                  <a:pt x="3333583" y="2207387"/>
                  <a:pt x="3400223" y="2160295"/>
                </a:cubicBezTo>
                <a:close/>
                <a:moveTo>
                  <a:pt x="2981691" y="2201934"/>
                </a:moveTo>
                <a:cubicBezTo>
                  <a:pt x="3005110" y="2211587"/>
                  <a:pt x="3028952" y="2220984"/>
                  <a:pt x="3050711" y="2231399"/>
                </a:cubicBezTo>
                <a:cubicBezTo>
                  <a:pt x="3051803" y="2262488"/>
                  <a:pt x="3052396" y="2293349"/>
                  <a:pt x="3052201" y="2323905"/>
                </a:cubicBezTo>
                <a:lnTo>
                  <a:pt x="3033447" y="2331051"/>
                </a:lnTo>
                <a:cubicBezTo>
                  <a:pt x="2993730" y="2344776"/>
                  <a:pt x="2952159" y="2357603"/>
                  <a:pt x="2909724" y="2369744"/>
                </a:cubicBezTo>
                <a:cubicBezTo>
                  <a:pt x="2935488" y="2314643"/>
                  <a:pt x="2959398" y="2258687"/>
                  <a:pt x="2981691" y="2201934"/>
                </a:cubicBezTo>
                <a:close/>
                <a:moveTo>
                  <a:pt x="288131" y="2209732"/>
                </a:moveTo>
                <a:cubicBezTo>
                  <a:pt x="340387" y="2241948"/>
                  <a:pt x="397766" y="2271784"/>
                  <a:pt x="461105" y="2298903"/>
                </a:cubicBezTo>
                <a:cubicBezTo>
                  <a:pt x="461173" y="2300224"/>
                  <a:pt x="461071" y="2301579"/>
                  <a:pt x="461105" y="2302866"/>
                </a:cubicBezTo>
                <a:cubicBezTo>
                  <a:pt x="426442" y="2326420"/>
                  <a:pt x="395683" y="2351320"/>
                  <a:pt x="368962" y="2377745"/>
                </a:cubicBezTo>
                <a:cubicBezTo>
                  <a:pt x="339363" y="2322712"/>
                  <a:pt x="312709" y="2266493"/>
                  <a:pt x="288131" y="2209732"/>
                </a:cubicBezTo>
                <a:close/>
                <a:moveTo>
                  <a:pt x="3059415" y="2235996"/>
                </a:moveTo>
                <a:cubicBezTo>
                  <a:pt x="3091986" y="2251939"/>
                  <a:pt x="3122779" y="2268609"/>
                  <a:pt x="3151185" y="2286271"/>
                </a:cubicBezTo>
                <a:cubicBezTo>
                  <a:pt x="3122221" y="2298370"/>
                  <a:pt x="3091554" y="2309614"/>
                  <a:pt x="3060702" y="2320764"/>
                </a:cubicBezTo>
                <a:cubicBezTo>
                  <a:pt x="3060837" y="2292714"/>
                  <a:pt x="3060372" y="2264503"/>
                  <a:pt x="3059415" y="2235996"/>
                </a:cubicBezTo>
                <a:close/>
                <a:moveTo>
                  <a:pt x="3159389" y="2291952"/>
                </a:moveTo>
                <a:cubicBezTo>
                  <a:pt x="3211417" y="2325192"/>
                  <a:pt x="3256460" y="2361277"/>
                  <a:pt x="3291749" y="2400469"/>
                </a:cubicBezTo>
                <a:cubicBezTo>
                  <a:pt x="3209004" y="2555841"/>
                  <a:pt x="3106405" y="2701832"/>
                  <a:pt x="2989760" y="2833226"/>
                </a:cubicBezTo>
                <a:cubicBezTo>
                  <a:pt x="3026869" y="2709003"/>
                  <a:pt x="3050220" y="2572978"/>
                  <a:pt x="3058382" y="2429044"/>
                </a:cubicBezTo>
                <a:cubicBezTo>
                  <a:pt x="3060236" y="2396499"/>
                  <a:pt x="3060168" y="2363097"/>
                  <a:pt x="3060473" y="2329790"/>
                </a:cubicBezTo>
                <a:cubicBezTo>
                  <a:pt x="3094306" y="2317657"/>
                  <a:pt x="3127809" y="2305287"/>
                  <a:pt x="3159389" y="2291952"/>
                </a:cubicBezTo>
                <a:close/>
                <a:moveTo>
                  <a:pt x="474364" y="2304161"/>
                </a:moveTo>
                <a:cubicBezTo>
                  <a:pt x="501186" y="2315371"/>
                  <a:pt x="527678" y="2326852"/>
                  <a:pt x="556219" y="2337164"/>
                </a:cubicBezTo>
                <a:cubicBezTo>
                  <a:pt x="664271" y="2376289"/>
                  <a:pt x="784887" y="2408309"/>
                  <a:pt x="912683" y="2434734"/>
                </a:cubicBezTo>
                <a:cubicBezTo>
                  <a:pt x="947142" y="2510070"/>
                  <a:pt x="983557" y="2583925"/>
                  <a:pt x="1023148" y="2654469"/>
                </a:cubicBezTo>
                <a:cubicBezTo>
                  <a:pt x="1081619" y="2758652"/>
                  <a:pt x="1145914" y="2855917"/>
                  <a:pt x="1214435" y="2945740"/>
                </a:cubicBezTo>
                <a:cubicBezTo>
                  <a:pt x="1121039" y="2974247"/>
                  <a:pt x="1042892" y="3009273"/>
                  <a:pt x="989679" y="3051082"/>
                </a:cubicBezTo>
                <a:cubicBezTo>
                  <a:pt x="978630" y="3059777"/>
                  <a:pt x="969105" y="3068938"/>
                  <a:pt x="960240" y="3078234"/>
                </a:cubicBezTo>
                <a:cubicBezTo>
                  <a:pt x="784023" y="2942802"/>
                  <a:pt x="628584" y="2775585"/>
                  <a:pt x="500627" y="2590343"/>
                </a:cubicBezTo>
                <a:cubicBezTo>
                  <a:pt x="484058" y="2503526"/>
                  <a:pt x="473441" y="2413102"/>
                  <a:pt x="469698" y="2319901"/>
                </a:cubicBezTo>
                <a:cubicBezTo>
                  <a:pt x="469538" y="2315904"/>
                  <a:pt x="469834" y="2311730"/>
                  <a:pt x="469698" y="2307734"/>
                </a:cubicBezTo>
                <a:cubicBezTo>
                  <a:pt x="471392" y="2306574"/>
                  <a:pt x="472645" y="2305287"/>
                  <a:pt x="474330" y="2304161"/>
                </a:cubicBezTo>
                <a:close/>
                <a:moveTo>
                  <a:pt x="461299" y="2314016"/>
                </a:moveTo>
                <a:cubicBezTo>
                  <a:pt x="461367" y="2316099"/>
                  <a:pt x="461232" y="2318250"/>
                  <a:pt x="461299" y="2320332"/>
                </a:cubicBezTo>
                <a:cubicBezTo>
                  <a:pt x="464805" y="2407581"/>
                  <a:pt x="474762" y="2492146"/>
                  <a:pt x="489511" y="2573934"/>
                </a:cubicBezTo>
                <a:cubicBezTo>
                  <a:pt x="447939" y="2512619"/>
                  <a:pt x="408679" y="2450008"/>
                  <a:pt x="373559" y="2385322"/>
                </a:cubicBezTo>
                <a:cubicBezTo>
                  <a:pt x="398765" y="2360219"/>
                  <a:pt x="428695" y="2336639"/>
                  <a:pt x="461299" y="2314016"/>
                </a:cubicBezTo>
                <a:close/>
                <a:moveTo>
                  <a:pt x="3052134" y="2332965"/>
                </a:moveTo>
                <a:cubicBezTo>
                  <a:pt x="3051803" y="2365011"/>
                  <a:pt x="3051837" y="2397261"/>
                  <a:pt x="3050050" y="2428646"/>
                </a:cubicBezTo>
                <a:cubicBezTo>
                  <a:pt x="3041483" y="2579099"/>
                  <a:pt x="3015922" y="2720450"/>
                  <a:pt x="2975773" y="2848771"/>
                </a:cubicBezTo>
                <a:cubicBezTo>
                  <a:pt x="2955927" y="2870700"/>
                  <a:pt x="2936648" y="2893187"/>
                  <a:pt x="2916006" y="2914193"/>
                </a:cubicBezTo>
                <a:cubicBezTo>
                  <a:pt x="2851220" y="2980004"/>
                  <a:pt x="2781827" y="3040033"/>
                  <a:pt x="2709767" y="3095464"/>
                </a:cubicBezTo>
                <a:cubicBezTo>
                  <a:pt x="2682877" y="3044368"/>
                  <a:pt x="2628902" y="3002365"/>
                  <a:pt x="2556799" y="2968625"/>
                </a:cubicBezTo>
                <a:cubicBezTo>
                  <a:pt x="2549459" y="2965222"/>
                  <a:pt x="2540924" y="2962445"/>
                  <a:pt x="2533220" y="2959168"/>
                </a:cubicBezTo>
                <a:cubicBezTo>
                  <a:pt x="2595594" y="2887430"/>
                  <a:pt x="2654734" y="2810840"/>
                  <a:pt x="2709369" y="2729112"/>
                </a:cubicBezTo>
                <a:cubicBezTo>
                  <a:pt x="2782462" y="2619807"/>
                  <a:pt x="2847283" y="2502103"/>
                  <a:pt x="2904865" y="2380259"/>
                </a:cubicBezTo>
                <a:cubicBezTo>
                  <a:pt x="2950102" y="2367432"/>
                  <a:pt x="2994095" y="2353640"/>
                  <a:pt x="3036360" y="2339018"/>
                </a:cubicBezTo>
                <a:cubicBezTo>
                  <a:pt x="3041846" y="2337130"/>
                  <a:pt x="3046715" y="2334853"/>
                  <a:pt x="3052134" y="2332931"/>
                </a:cubicBezTo>
                <a:close/>
                <a:moveTo>
                  <a:pt x="2894112" y="2383003"/>
                </a:moveTo>
                <a:cubicBezTo>
                  <a:pt x="2837427" y="2502196"/>
                  <a:pt x="2773792" y="2617462"/>
                  <a:pt x="2702189" y="2724514"/>
                </a:cubicBezTo>
                <a:cubicBezTo>
                  <a:pt x="2647224" y="2806700"/>
                  <a:pt x="2587762" y="2883798"/>
                  <a:pt x="2525016" y="2955832"/>
                </a:cubicBezTo>
                <a:cubicBezTo>
                  <a:pt x="2432052" y="2917859"/>
                  <a:pt x="2314179" y="2891434"/>
                  <a:pt x="2183708" y="2876127"/>
                </a:cubicBezTo>
                <a:cubicBezTo>
                  <a:pt x="2187373" y="2802602"/>
                  <a:pt x="2189990" y="2726038"/>
                  <a:pt x="2190853" y="2645012"/>
                </a:cubicBezTo>
                <a:cubicBezTo>
                  <a:pt x="2200743" y="2608394"/>
                  <a:pt x="2210598" y="2571716"/>
                  <a:pt x="2219886" y="2533786"/>
                </a:cubicBezTo>
                <a:cubicBezTo>
                  <a:pt x="2222730" y="2522212"/>
                  <a:pt x="2225313" y="2510104"/>
                  <a:pt x="2228090" y="2498463"/>
                </a:cubicBezTo>
                <a:cubicBezTo>
                  <a:pt x="2465588" y="2477194"/>
                  <a:pt x="2693324" y="2439001"/>
                  <a:pt x="2894112" y="2383003"/>
                </a:cubicBezTo>
                <a:close/>
                <a:moveTo>
                  <a:pt x="367244" y="2391410"/>
                </a:moveTo>
                <a:cubicBezTo>
                  <a:pt x="405115" y="2461023"/>
                  <a:pt x="447380" y="2528655"/>
                  <a:pt x="492651" y="2594339"/>
                </a:cubicBezTo>
                <a:cubicBezTo>
                  <a:pt x="524436" y="2759405"/>
                  <a:pt x="579969" y="2910052"/>
                  <a:pt x="656169" y="3040169"/>
                </a:cubicBezTo>
                <a:cubicBezTo>
                  <a:pt x="550005" y="2994355"/>
                  <a:pt x="460901" y="2942700"/>
                  <a:pt x="394828" y="2886439"/>
                </a:cubicBezTo>
                <a:cubicBezTo>
                  <a:pt x="351267" y="2834877"/>
                  <a:pt x="311778" y="2780606"/>
                  <a:pt x="275930" y="2724082"/>
                </a:cubicBezTo>
                <a:cubicBezTo>
                  <a:pt x="243486" y="2610511"/>
                  <a:pt x="268556" y="2511230"/>
                  <a:pt x="337576" y="2424879"/>
                </a:cubicBezTo>
                <a:cubicBezTo>
                  <a:pt x="346669" y="2413466"/>
                  <a:pt x="356626" y="2402349"/>
                  <a:pt x="367244" y="2391436"/>
                </a:cubicBezTo>
                <a:close/>
                <a:moveTo>
                  <a:pt x="3297735" y="2407183"/>
                </a:moveTo>
                <a:cubicBezTo>
                  <a:pt x="3372318" y="2493272"/>
                  <a:pt x="3404127" y="2592883"/>
                  <a:pt x="3378727" y="2707911"/>
                </a:cubicBezTo>
                <a:cubicBezTo>
                  <a:pt x="3276433" y="2878997"/>
                  <a:pt x="3099234" y="3004710"/>
                  <a:pt x="2880421" y="3092950"/>
                </a:cubicBezTo>
                <a:cubicBezTo>
                  <a:pt x="2921230" y="3020060"/>
                  <a:pt x="2955698" y="2940151"/>
                  <a:pt x="2982910" y="2853631"/>
                </a:cubicBezTo>
                <a:cubicBezTo>
                  <a:pt x="3104890" y="2718731"/>
                  <a:pt x="3211840" y="2568084"/>
                  <a:pt x="3297700" y="2407217"/>
                </a:cubicBezTo>
                <a:close/>
                <a:moveTo>
                  <a:pt x="923199" y="2437045"/>
                </a:moveTo>
                <a:cubicBezTo>
                  <a:pt x="1022750" y="2457289"/>
                  <a:pt x="1126830" y="2473621"/>
                  <a:pt x="1234213" y="2486262"/>
                </a:cubicBezTo>
                <a:cubicBezTo>
                  <a:pt x="1236660" y="2646130"/>
                  <a:pt x="1247117" y="2796184"/>
                  <a:pt x="1264744" y="2931651"/>
                </a:cubicBezTo>
                <a:cubicBezTo>
                  <a:pt x="1250655" y="2935359"/>
                  <a:pt x="1236728" y="2939195"/>
                  <a:pt x="1223266" y="2943191"/>
                </a:cubicBezTo>
                <a:cubicBezTo>
                  <a:pt x="1154212" y="2853038"/>
                  <a:pt x="1089425" y="2755206"/>
                  <a:pt x="1030522" y="2650270"/>
                </a:cubicBezTo>
                <a:cubicBezTo>
                  <a:pt x="992126" y="2581842"/>
                  <a:pt x="956803" y="2510037"/>
                  <a:pt x="923199" y="2437045"/>
                </a:cubicBezTo>
                <a:close/>
                <a:moveTo>
                  <a:pt x="1242849" y="2487320"/>
                </a:moveTo>
                <a:cubicBezTo>
                  <a:pt x="1355134" y="2500249"/>
                  <a:pt x="1470458" y="2509308"/>
                  <a:pt x="1587332" y="2514007"/>
                </a:cubicBezTo>
                <a:cubicBezTo>
                  <a:pt x="1589026" y="2525319"/>
                  <a:pt x="1590414" y="2537722"/>
                  <a:pt x="1592167" y="2548932"/>
                </a:cubicBezTo>
                <a:cubicBezTo>
                  <a:pt x="1609795" y="2662606"/>
                  <a:pt x="1628811" y="2769565"/>
                  <a:pt x="1648987" y="2869209"/>
                </a:cubicBezTo>
                <a:cubicBezTo>
                  <a:pt x="1514079" y="2880157"/>
                  <a:pt x="1385030" y="2900367"/>
                  <a:pt x="1273143" y="2929340"/>
                </a:cubicBezTo>
                <a:cubicBezTo>
                  <a:pt x="1255676" y="2794931"/>
                  <a:pt x="1245296" y="2645901"/>
                  <a:pt x="1242849" y="2487287"/>
                </a:cubicBezTo>
                <a:close/>
                <a:moveTo>
                  <a:pt x="2219225" y="2499292"/>
                </a:moveTo>
                <a:cubicBezTo>
                  <a:pt x="2216677" y="2510037"/>
                  <a:pt x="2214264" y="2521221"/>
                  <a:pt x="2211656" y="2531898"/>
                </a:cubicBezTo>
                <a:cubicBezTo>
                  <a:pt x="2204976" y="2559152"/>
                  <a:pt x="2197830" y="2585212"/>
                  <a:pt x="2190820" y="2611806"/>
                </a:cubicBezTo>
                <a:cubicBezTo>
                  <a:pt x="2191048" y="2576314"/>
                  <a:pt x="2189888" y="2538417"/>
                  <a:pt x="2189558" y="2501807"/>
                </a:cubicBezTo>
                <a:close/>
                <a:moveTo>
                  <a:pt x="2181159" y="2502433"/>
                </a:moveTo>
                <a:cubicBezTo>
                  <a:pt x="2181523" y="2547510"/>
                  <a:pt x="2183047" y="2594610"/>
                  <a:pt x="2182616" y="2637866"/>
                </a:cubicBezTo>
                <a:cubicBezTo>
                  <a:pt x="2182616" y="2639848"/>
                  <a:pt x="2182421" y="2641566"/>
                  <a:pt x="2182421" y="2643556"/>
                </a:cubicBezTo>
                <a:cubicBezTo>
                  <a:pt x="2161050" y="2722567"/>
                  <a:pt x="2138394" y="2797836"/>
                  <a:pt x="2114450" y="2869175"/>
                </a:cubicBezTo>
                <a:cubicBezTo>
                  <a:pt x="2028132" y="2861767"/>
                  <a:pt x="1938276" y="2858296"/>
                  <a:pt x="1847623" y="2859524"/>
                </a:cubicBezTo>
                <a:cubicBezTo>
                  <a:pt x="1808727" y="2860015"/>
                  <a:pt x="1769764" y="2861243"/>
                  <a:pt x="1731037" y="2863292"/>
                </a:cubicBezTo>
                <a:cubicBezTo>
                  <a:pt x="1706366" y="2864612"/>
                  <a:pt x="1681990" y="2866627"/>
                  <a:pt x="1657580" y="2868549"/>
                </a:cubicBezTo>
                <a:cubicBezTo>
                  <a:pt x="1637379" y="2768803"/>
                  <a:pt x="1618227" y="2661547"/>
                  <a:pt x="1600566" y="2547679"/>
                </a:cubicBezTo>
                <a:cubicBezTo>
                  <a:pt x="1598915" y="2536994"/>
                  <a:pt x="1597551" y="2525217"/>
                  <a:pt x="1595935" y="2514439"/>
                </a:cubicBezTo>
                <a:cubicBezTo>
                  <a:pt x="1659765" y="2516886"/>
                  <a:pt x="1723798" y="2518436"/>
                  <a:pt x="1788051" y="2518436"/>
                </a:cubicBezTo>
                <a:cubicBezTo>
                  <a:pt x="1919886" y="2518436"/>
                  <a:pt x="2051611" y="2512754"/>
                  <a:pt x="2181159" y="2502467"/>
                </a:cubicBezTo>
                <a:close/>
                <a:moveTo>
                  <a:pt x="505293" y="2612627"/>
                </a:moveTo>
                <a:cubicBezTo>
                  <a:pt x="631234" y="2791553"/>
                  <a:pt x="783100" y="2952851"/>
                  <a:pt x="954322" y="3084517"/>
                </a:cubicBezTo>
                <a:cubicBezTo>
                  <a:pt x="940724" y="3099824"/>
                  <a:pt x="930209" y="3115801"/>
                  <a:pt x="923199" y="3132667"/>
                </a:cubicBezTo>
                <a:cubicBezTo>
                  <a:pt x="870383" y="3117850"/>
                  <a:pt x="818948" y="3102407"/>
                  <a:pt x="770832" y="3085372"/>
                </a:cubicBezTo>
                <a:cubicBezTo>
                  <a:pt x="735340" y="3072807"/>
                  <a:pt x="701541" y="3059549"/>
                  <a:pt x="669004" y="3045816"/>
                </a:cubicBezTo>
                <a:cubicBezTo>
                  <a:pt x="593464" y="2919713"/>
                  <a:pt x="538227" y="2773265"/>
                  <a:pt x="505258" y="2612627"/>
                </a:cubicBezTo>
                <a:close/>
                <a:moveTo>
                  <a:pt x="2181362" y="2681393"/>
                </a:moveTo>
                <a:cubicBezTo>
                  <a:pt x="2180236" y="2748365"/>
                  <a:pt x="2178348" y="2813448"/>
                  <a:pt x="2175275" y="2875069"/>
                </a:cubicBezTo>
                <a:cubicBezTo>
                  <a:pt x="2158011" y="2873113"/>
                  <a:pt x="2140680" y="2871394"/>
                  <a:pt x="2123086" y="2869802"/>
                </a:cubicBezTo>
                <a:cubicBezTo>
                  <a:pt x="2143262" y="2809477"/>
                  <a:pt x="2163006" y="2747273"/>
                  <a:pt x="2181362" y="2681393"/>
                </a:cubicBezTo>
                <a:close/>
                <a:moveTo>
                  <a:pt x="3362327" y="2746578"/>
                </a:moveTo>
                <a:cubicBezTo>
                  <a:pt x="3356705" y="2756137"/>
                  <a:pt x="3350880" y="2765561"/>
                  <a:pt x="3345063" y="2774984"/>
                </a:cubicBezTo>
                <a:cubicBezTo>
                  <a:pt x="3276568" y="2878006"/>
                  <a:pt x="3197989" y="2973950"/>
                  <a:pt x="3110012" y="3060734"/>
                </a:cubicBezTo>
                <a:lnTo>
                  <a:pt x="3108759" y="3062029"/>
                </a:lnTo>
                <a:cubicBezTo>
                  <a:pt x="2995847" y="3165907"/>
                  <a:pt x="2863293" y="3251530"/>
                  <a:pt x="2713763" y="3313938"/>
                </a:cubicBezTo>
                <a:cubicBezTo>
                  <a:pt x="2775113" y="3255171"/>
                  <a:pt x="2827936" y="3184102"/>
                  <a:pt x="2873673" y="3104693"/>
                </a:cubicBezTo>
                <a:cubicBezTo>
                  <a:pt x="3083088" y="3021906"/>
                  <a:pt x="3254741" y="2904465"/>
                  <a:pt x="3362327" y="2746578"/>
                </a:cubicBezTo>
                <a:close/>
                <a:moveTo>
                  <a:pt x="1847852" y="2867923"/>
                </a:moveTo>
                <a:cubicBezTo>
                  <a:pt x="1937412" y="2866763"/>
                  <a:pt x="2026244" y="2870301"/>
                  <a:pt x="2111512" y="2877608"/>
                </a:cubicBezTo>
                <a:cubicBezTo>
                  <a:pt x="2061237" y="3026105"/>
                  <a:pt x="2005772" y="3156120"/>
                  <a:pt x="1946107" y="3257389"/>
                </a:cubicBezTo>
                <a:cubicBezTo>
                  <a:pt x="1882971" y="3258380"/>
                  <a:pt x="1819801" y="3257618"/>
                  <a:pt x="1756734" y="3255501"/>
                </a:cubicBezTo>
                <a:cubicBezTo>
                  <a:pt x="1722469" y="3154130"/>
                  <a:pt x="1689626" y="3025250"/>
                  <a:pt x="1659299" y="2876982"/>
                </a:cubicBezTo>
                <a:cubicBezTo>
                  <a:pt x="1683311" y="2875094"/>
                  <a:pt x="1707229" y="2873011"/>
                  <a:pt x="1731469" y="2871724"/>
                </a:cubicBezTo>
                <a:cubicBezTo>
                  <a:pt x="1770094" y="2869675"/>
                  <a:pt x="1809057" y="2868447"/>
                  <a:pt x="1847852" y="2867956"/>
                </a:cubicBezTo>
                <a:close/>
                <a:moveTo>
                  <a:pt x="2968821" y="2869175"/>
                </a:moveTo>
                <a:cubicBezTo>
                  <a:pt x="2941576" y="2951895"/>
                  <a:pt x="2907675" y="3028357"/>
                  <a:pt x="2867823" y="3097979"/>
                </a:cubicBezTo>
                <a:cubicBezTo>
                  <a:pt x="2822373" y="3115869"/>
                  <a:pt x="2775511" y="3132472"/>
                  <a:pt x="2726827" y="3147187"/>
                </a:cubicBezTo>
                <a:cubicBezTo>
                  <a:pt x="2724482" y="3132074"/>
                  <a:pt x="2719554" y="3117689"/>
                  <a:pt x="2713137" y="3103863"/>
                </a:cubicBezTo>
                <a:cubicBezTo>
                  <a:pt x="2786229" y="3047839"/>
                  <a:pt x="2856511" y="2986947"/>
                  <a:pt x="2922094" y="2920272"/>
                </a:cubicBezTo>
                <a:cubicBezTo>
                  <a:pt x="2938266" y="2903872"/>
                  <a:pt x="2953184" y="2886143"/>
                  <a:pt x="2968821" y="2869175"/>
                </a:cubicBezTo>
                <a:close/>
                <a:moveTo>
                  <a:pt x="1650866" y="2877608"/>
                </a:moveTo>
                <a:cubicBezTo>
                  <a:pt x="1680966" y="3025013"/>
                  <a:pt x="1713579" y="3153537"/>
                  <a:pt x="1747869" y="3255273"/>
                </a:cubicBezTo>
                <a:cubicBezTo>
                  <a:pt x="1734644" y="3254807"/>
                  <a:pt x="1721343" y="3254646"/>
                  <a:pt x="1708118" y="3254011"/>
                </a:cubicBezTo>
                <a:cubicBezTo>
                  <a:pt x="1639555" y="3250836"/>
                  <a:pt x="1571661" y="3245316"/>
                  <a:pt x="1504418" y="3238670"/>
                </a:cubicBezTo>
                <a:cubicBezTo>
                  <a:pt x="1427888" y="3176592"/>
                  <a:pt x="1355032" y="3103601"/>
                  <a:pt x="1286207" y="3022270"/>
                </a:cubicBezTo>
                <a:cubicBezTo>
                  <a:pt x="1281745" y="2995219"/>
                  <a:pt x="1278003" y="2966474"/>
                  <a:pt x="1274201" y="2937967"/>
                </a:cubicBezTo>
                <a:cubicBezTo>
                  <a:pt x="1386020" y="2908935"/>
                  <a:pt x="1515535" y="2888623"/>
                  <a:pt x="1650866" y="2877608"/>
                </a:cubicBezTo>
                <a:close/>
                <a:moveTo>
                  <a:pt x="2120343" y="2878244"/>
                </a:moveTo>
                <a:cubicBezTo>
                  <a:pt x="2138825" y="2879895"/>
                  <a:pt x="2157021" y="2881842"/>
                  <a:pt x="2175038" y="2883899"/>
                </a:cubicBezTo>
                <a:cubicBezTo>
                  <a:pt x="2167900" y="3022304"/>
                  <a:pt x="2155793" y="3145934"/>
                  <a:pt x="2138860" y="3248956"/>
                </a:cubicBezTo>
                <a:cubicBezTo>
                  <a:pt x="2078170" y="3253190"/>
                  <a:pt x="2017185" y="3256229"/>
                  <a:pt x="1955802" y="3257355"/>
                </a:cubicBezTo>
                <a:cubicBezTo>
                  <a:pt x="2015365" y="3155493"/>
                  <a:pt x="2070500" y="3025978"/>
                  <a:pt x="2120343" y="2878209"/>
                </a:cubicBezTo>
                <a:close/>
                <a:moveTo>
                  <a:pt x="2183479" y="2884949"/>
                </a:moveTo>
                <a:cubicBezTo>
                  <a:pt x="2311961" y="2900164"/>
                  <a:pt x="2427979" y="2925665"/>
                  <a:pt x="2519326" y="2962546"/>
                </a:cubicBezTo>
                <a:cubicBezTo>
                  <a:pt x="2424110" y="3070886"/>
                  <a:pt x="2320698" y="3166203"/>
                  <a:pt x="2210200" y="3243699"/>
                </a:cubicBezTo>
                <a:cubicBezTo>
                  <a:pt x="2189490" y="3245578"/>
                  <a:pt x="2168561" y="3246806"/>
                  <a:pt x="2147691" y="3248321"/>
                </a:cubicBezTo>
                <a:cubicBezTo>
                  <a:pt x="2164522" y="3145400"/>
                  <a:pt x="2176367" y="3022372"/>
                  <a:pt x="2183479" y="2884949"/>
                </a:cubicBezTo>
                <a:close/>
                <a:moveTo>
                  <a:pt x="390197" y="2893780"/>
                </a:moveTo>
                <a:lnTo>
                  <a:pt x="391449" y="2894838"/>
                </a:lnTo>
                <a:cubicBezTo>
                  <a:pt x="501948" y="3024886"/>
                  <a:pt x="636162" y="3137764"/>
                  <a:pt x="792101" y="3226266"/>
                </a:cubicBezTo>
                <a:cubicBezTo>
                  <a:pt x="804496" y="3239558"/>
                  <a:pt x="817137" y="3252496"/>
                  <a:pt x="830201" y="3264958"/>
                </a:cubicBezTo>
                <a:cubicBezTo>
                  <a:pt x="881263" y="3313675"/>
                  <a:pt x="937516" y="3355552"/>
                  <a:pt x="998535" y="3390273"/>
                </a:cubicBezTo>
                <a:cubicBezTo>
                  <a:pt x="760410" y="3270250"/>
                  <a:pt x="553011" y="3100096"/>
                  <a:pt x="390163" y="2893780"/>
                </a:cubicBezTo>
                <a:close/>
                <a:moveTo>
                  <a:pt x="426374" y="2922194"/>
                </a:moveTo>
                <a:cubicBezTo>
                  <a:pt x="490637" y="2969683"/>
                  <a:pt x="570604" y="3013176"/>
                  <a:pt x="663314" y="3052335"/>
                </a:cubicBezTo>
                <a:cubicBezTo>
                  <a:pt x="696580" y="3107563"/>
                  <a:pt x="732927" y="3159489"/>
                  <a:pt x="774007" y="3206056"/>
                </a:cubicBezTo>
                <a:cubicBezTo>
                  <a:pt x="641386" y="3127807"/>
                  <a:pt x="525071" y="3031668"/>
                  <a:pt x="426374" y="2922194"/>
                </a:cubicBezTo>
                <a:close/>
                <a:moveTo>
                  <a:pt x="1265802" y="2940253"/>
                </a:moveTo>
                <a:cubicBezTo>
                  <a:pt x="1268875" y="2963367"/>
                  <a:pt x="1271949" y="2986650"/>
                  <a:pt x="1275488" y="3008808"/>
                </a:cubicBezTo>
                <a:cubicBezTo>
                  <a:pt x="1259782" y="2989927"/>
                  <a:pt x="1244432" y="2970319"/>
                  <a:pt x="1229193" y="2950566"/>
                </a:cubicBezTo>
                <a:close/>
                <a:moveTo>
                  <a:pt x="1220362" y="2952886"/>
                </a:moveTo>
                <a:cubicBezTo>
                  <a:pt x="1239378" y="2977625"/>
                  <a:pt x="1258259" y="3002458"/>
                  <a:pt x="1278003" y="3025843"/>
                </a:cubicBezTo>
                <a:cubicBezTo>
                  <a:pt x="1289416" y="3094736"/>
                  <a:pt x="1303470" y="3157974"/>
                  <a:pt x="1319244" y="3216182"/>
                </a:cubicBezTo>
                <a:cubicBezTo>
                  <a:pt x="1244043" y="3204997"/>
                  <a:pt x="1170552" y="3191840"/>
                  <a:pt x="1099771" y="3176626"/>
                </a:cubicBezTo>
                <a:cubicBezTo>
                  <a:pt x="1054203" y="3147687"/>
                  <a:pt x="1009846" y="3116462"/>
                  <a:pt x="966556" y="3083458"/>
                </a:cubicBezTo>
                <a:cubicBezTo>
                  <a:pt x="975023" y="3074662"/>
                  <a:pt x="984150" y="3065958"/>
                  <a:pt x="994767" y="3057593"/>
                </a:cubicBezTo>
                <a:cubicBezTo>
                  <a:pt x="1047286" y="3016318"/>
                  <a:pt x="1125967" y="2981325"/>
                  <a:pt x="1220362" y="2952886"/>
                </a:cubicBezTo>
                <a:close/>
                <a:moveTo>
                  <a:pt x="2527530" y="2965916"/>
                </a:moveTo>
                <a:cubicBezTo>
                  <a:pt x="2535963" y="2969455"/>
                  <a:pt x="2545225" y="2972698"/>
                  <a:pt x="2553193" y="2976431"/>
                </a:cubicBezTo>
                <a:cubicBezTo>
                  <a:pt x="2625134" y="3010070"/>
                  <a:pt x="2677356" y="3051573"/>
                  <a:pt x="2702816" y="3101120"/>
                </a:cubicBezTo>
                <a:cubicBezTo>
                  <a:pt x="2663962" y="3130753"/>
                  <a:pt x="2624440" y="3159125"/>
                  <a:pt x="2583724" y="3185253"/>
                </a:cubicBezTo>
                <a:cubicBezTo>
                  <a:pt x="2469855" y="3211381"/>
                  <a:pt x="2350094" y="3230364"/>
                  <a:pt x="2227260" y="3242243"/>
                </a:cubicBezTo>
                <a:cubicBezTo>
                  <a:pt x="2334584" y="3165416"/>
                  <a:pt x="2434897" y="3071614"/>
                  <a:pt x="2527530" y="2965916"/>
                </a:cubicBezTo>
                <a:close/>
                <a:moveTo>
                  <a:pt x="1289543" y="3039931"/>
                </a:moveTo>
                <a:cubicBezTo>
                  <a:pt x="1352746" y="3113388"/>
                  <a:pt x="1419388" y="3179597"/>
                  <a:pt x="1489043" y="3237179"/>
                </a:cubicBezTo>
                <a:cubicBezTo>
                  <a:pt x="1434873" y="3231625"/>
                  <a:pt x="1381161" y="3225504"/>
                  <a:pt x="1328506" y="3217833"/>
                </a:cubicBezTo>
                <a:cubicBezTo>
                  <a:pt x="1313588" y="3163426"/>
                  <a:pt x="1300625" y="3104092"/>
                  <a:pt x="1289543" y="3039931"/>
                </a:cubicBezTo>
                <a:close/>
                <a:moveTo>
                  <a:pt x="675947" y="3058025"/>
                </a:moveTo>
                <a:cubicBezTo>
                  <a:pt x="705512" y="3070225"/>
                  <a:pt x="736238" y="3082070"/>
                  <a:pt x="768123" y="3093348"/>
                </a:cubicBezTo>
                <a:cubicBezTo>
                  <a:pt x="816078" y="3110349"/>
                  <a:pt x="867276" y="3125894"/>
                  <a:pt x="919829" y="3140676"/>
                </a:cubicBezTo>
                <a:cubicBezTo>
                  <a:pt x="908746" y="3172689"/>
                  <a:pt x="910067" y="3207283"/>
                  <a:pt x="926145" y="3243699"/>
                </a:cubicBezTo>
                <a:cubicBezTo>
                  <a:pt x="934214" y="3261987"/>
                  <a:pt x="946118" y="3280639"/>
                  <a:pt x="961697" y="3299849"/>
                </a:cubicBezTo>
                <a:cubicBezTo>
                  <a:pt x="904707" y="3276042"/>
                  <a:pt x="849810" y="3249515"/>
                  <a:pt x="797553" y="3219950"/>
                </a:cubicBezTo>
                <a:cubicBezTo>
                  <a:pt x="752409" y="3171427"/>
                  <a:pt x="712124" y="3116758"/>
                  <a:pt x="675947" y="3058025"/>
                </a:cubicBezTo>
                <a:close/>
                <a:moveTo>
                  <a:pt x="960867" y="3089775"/>
                </a:moveTo>
                <a:cubicBezTo>
                  <a:pt x="998806" y="3118680"/>
                  <a:pt x="1037761" y="3145934"/>
                  <a:pt x="1077453" y="3171791"/>
                </a:cubicBezTo>
                <a:cubicBezTo>
                  <a:pt x="1027110" y="3160615"/>
                  <a:pt x="978698" y="3148084"/>
                  <a:pt x="931403" y="3134987"/>
                </a:cubicBezTo>
                <a:cubicBezTo>
                  <a:pt x="938049" y="3119340"/>
                  <a:pt x="948006" y="3104295"/>
                  <a:pt x="960867" y="3089775"/>
                </a:cubicBezTo>
                <a:close/>
                <a:moveTo>
                  <a:pt x="2706389" y="3109316"/>
                </a:moveTo>
                <a:cubicBezTo>
                  <a:pt x="2712214" y="3122321"/>
                  <a:pt x="2716515" y="3135647"/>
                  <a:pt x="2718598" y="3149701"/>
                </a:cubicBezTo>
                <a:cubicBezTo>
                  <a:pt x="2714034" y="3151056"/>
                  <a:pt x="2709733" y="3152775"/>
                  <a:pt x="2705136" y="3154130"/>
                </a:cubicBezTo>
                <a:cubicBezTo>
                  <a:pt x="2674046" y="3163130"/>
                  <a:pt x="2642000" y="3171165"/>
                  <a:pt x="2609818" y="3178937"/>
                </a:cubicBezTo>
                <a:cubicBezTo>
                  <a:pt x="2642762" y="3157110"/>
                  <a:pt x="2674672" y="3133429"/>
                  <a:pt x="2706389" y="3109316"/>
                </a:cubicBezTo>
                <a:close/>
                <a:moveTo>
                  <a:pt x="2861075" y="3109553"/>
                </a:moveTo>
                <a:cubicBezTo>
                  <a:pt x="2814110" y="3189224"/>
                  <a:pt x="2760067" y="3260395"/>
                  <a:pt x="2697126" y="3318375"/>
                </a:cubicBezTo>
                <a:lnTo>
                  <a:pt x="2690844" y="3323827"/>
                </a:lnTo>
                <a:cubicBezTo>
                  <a:pt x="2681785" y="3327400"/>
                  <a:pt x="2672429" y="3330516"/>
                  <a:pt x="2663260" y="3333920"/>
                </a:cubicBezTo>
                <a:cubicBezTo>
                  <a:pt x="2713137" y="3267473"/>
                  <a:pt x="2733084" y="3208139"/>
                  <a:pt x="2727657" y="3155586"/>
                </a:cubicBezTo>
                <a:cubicBezTo>
                  <a:pt x="2773597" y="3141769"/>
                  <a:pt x="2817945" y="3126190"/>
                  <a:pt x="2861075" y="3109553"/>
                </a:cubicBezTo>
                <a:close/>
                <a:moveTo>
                  <a:pt x="927830" y="3142988"/>
                </a:moveTo>
                <a:cubicBezTo>
                  <a:pt x="981999" y="3158033"/>
                  <a:pt x="1037829" y="3171893"/>
                  <a:pt x="1095969" y="3184398"/>
                </a:cubicBezTo>
                <a:cubicBezTo>
                  <a:pt x="1177859" y="3236383"/>
                  <a:pt x="1263186" y="3281527"/>
                  <a:pt x="1351425" y="3318773"/>
                </a:cubicBezTo>
                <a:cubicBezTo>
                  <a:pt x="1363990" y="3353130"/>
                  <a:pt x="1377257" y="3385312"/>
                  <a:pt x="1391846" y="3413421"/>
                </a:cubicBezTo>
                <a:cubicBezTo>
                  <a:pt x="1243704" y="3394575"/>
                  <a:pt x="1106062" y="3358227"/>
                  <a:pt x="979587" y="3307232"/>
                </a:cubicBezTo>
                <a:cubicBezTo>
                  <a:pt x="958852" y="3284042"/>
                  <a:pt x="943375" y="3261656"/>
                  <a:pt x="933943" y="3240354"/>
                </a:cubicBezTo>
                <a:cubicBezTo>
                  <a:pt x="918499" y="3205429"/>
                  <a:pt x="917280" y="3173121"/>
                  <a:pt x="927830" y="3142988"/>
                </a:cubicBezTo>
                <a:close/>
                <a:moveTo>
                  <a:pt x="2719224" y="3158338"/>
                </a:moveTo>
                <a:cubicBezTo>
                  <a:pt x="2723983" y="3210425"/>
                  <a:pt x="2703247" y="3270487"/>
                  <a:pt x="2648942" y="3339177"/>
                </a:cubicBezTo>
                <a:cubicBezTo>
                  <a:pt x="2486323" y="3397750"/>
                  <a:pt x="2304883" y="3429068"/>
                  <a:pt x="2106881" y="3427087"/>
                </a:cubicBezTo>
                <a:cubicBezTo>
                  <a:pt x="2109887" y="3417494"/>
                  <a:pt x="2113062" y="3408629"/>
                  <a:pt x="2115941" y="3398274"/>
                </a:cubicBezTo>
                <a:cubicBezTo>
                  <a:pt x="2281700" y="3358363"/>
                  <a:pt x="2440256" y="3287421"/>
                  <a:pt x="2587491" y="3193025"/>
                </a:cubicBezTo>
                <a:cubicBezTo>
                  <a:pt x="2628242" y="3183636"/>
                  <a:pt x="2668391" y="3173417"/>
                  <a:pt x="2707447" y="3162105"/>
                </a:cubicBezTo>
                <a:cubicBezTo>
                  <a:pt x="2711486" y="3160945"/>
                  <a:pt x="2715219" y="3159523"/>
                  <a:pt x="2719224" y="3158338"/>
                </a:cubicBezTo>
                <a:close/>
                <a:moveTo>
                  <a:pt x="2988803" y="3169674"/>
                </a:moveTo>
                <a:cubicBezTo>
                  <a:pt x="2866527" y="3270420"/>
                  <a:pt x="2730570" y="3355484"/>
                  <a:pt x="2584122" y="3422023"/>
                </a:cubicBezTo>
                <a:lnTo>
                  <a:pt x="2584350" y="3421625"/>
                </a:lnTo>
                <a:cubicBezTo>
                  <a:pt x="2591860" y="3414480"/>
                  <a:pt x="2598278" y="3407571"/>
                  <a:pt x="2605153" y="3400595"/>
                </a:cubicBezTo>
                <a:cubicBezTo>
                  <a:pt x="2637106" y="3379690"/>
                  <a:pt x="2667493" y="3356111"/>
                  <a:pt x="2696305" y="3330152"/>
                </a:cubicBezTo>
                <a:cubicBezTo>
                  <a:pt x="2802502" y="3287751"/>
                  <a:pt x="2900131" y="3233539"/>
                  <a:pt x="2988769" y="3169674"/>
                </a:cubicBezTo>
                <a:close/>
                <a:moveTo>
                  <a:pt x="1119320" y="3189258"/>
                </a:moveTo>
                <a:cubicBezTo>
                  <a:pt x="1184836" y="3202847"/>
                  <a:pt x="1252171" y="3215022"/>
                  <a:pt x="1321326" y="3225207"/>
                </a:cubicBezTo>
                <a:cubicBezTo>
                  <a:pt x="1329463" y="3254511"/>
                  <a:pt x="1338362" y="3281697"/>
                  <a:pt x="1347624" y="3307859"/>
                </a:cubicBezTo>
                <a:cubicBezTo>
                  <a:pt x="1269138" y="3274255"/>
                  <a:pt x="1192811" y="3234665"/>
                  <a:pt x="1119320" y="3189258"/>
                </a:cubicBezTo>
                <a:close/>
                <a:moveTo>
                  <a:pt x="2563912" y="3198089"/>
                </a:moveTo>
                <a:cubicBezTo>
                  <a:pt x="2424051" y="3285236"/>
                  <a:pt x="2274394" y="3350853"/>
                  <a:pt x="2118226" y="3389021"/>
                </a:cubicBezTo>
                <a:cubicBezTo>
                  <a:pt x="2125397" y="3362130"/>
                  <a:pt x="2132078" y="3332497"/>
                  <a:pt x="2138233" y="3300908"/>
                </a:cubicBezTo>
                <a:cubicBezTo>
                  <a:pt x="2163599" y="3285431"/>
                  <a:pt x="2188635" y="3268963"/>
                  <a:pt x="2213341" y="3251700"/>
                </a:cubicBezTo>
                <a:cubicBezTo>
                  <a:pt x="2333957" y="3240549"/>
                  <a:pt x="2451500" y="3222828"/>
                  <a:pt x="2563912" y="3198089"/>
                </a:cubicBezTo>
                <a:close/>
                <a:moveTo>
                  <a:pt x="1330793" y="3226664"/>
                </a:moveTo>
                <a:cubicBezTo>
                  <a:pt x="1386681" y="3234767"/>
                  <a:pt x="1443704" y="3241150"/>
                  <a:pt x="1501243" y="3246874"/>
                </a:cubicBezTo>
                <a:cubicBezTo>
                  <a:pt x="1594283" y="3322015"/>
                  <a:pt x="1692607" y="3381443"/>
                  <a:pt x="1795231" y="3421592"/>
                </a:cubicBezTo>
                <a:lnTo>
                  <a:pt x="1785546" y="3422455"/>
                </a:lnTo>
                <a:cubicBezTo>
                  <a:pt x="1638132" y="3407706"/>
                  <a:pt x="1494893" y="3369573"/>
                  <a:pt x="1358368" y="3312253"/>
                </a:cubicBezTo>
                <a:cubicBezTo>
                  <a:pt x="1348649" y="3285363"/>
                  <a:pt x="1339318" y="3257127"/>
                  <a:pt x="1330826" y="3226664"/>
                </a:cubicBezTo>
                <a:close/>
                <a:moveTo>
                  <a:pt x="816933" y="3239499"/>
                </a:moveTo>
                <a:cubicBezTo>
                  <a:pt x="867175" y="3266813"/>
                  <a:pt x="919592" y="3291620"/>
                  <a:pt x="974134" y="3313743"/>
                </a:cubicBezTo>
                <a:cubicBezTo>
                  <a:pt x="1012429" y="3356407"/>
                  <a:pt x="1072390" y="3401780"/>
                  <a:pt x="1151731" y="3449142"/>
                </a:cubicBezTo>
                <a:cubicBezTo>
                  <a:pt x="1031411" y="3409392"/>
                  <a:pt x="925679" y="3344537"/>
                  <a:pt x="835856" y="3258846"/>
                </a:cubicBezTo>
                <a:cubicBezTo>
                  <a:pt x="829337" y="3252622"/>
                  <a:pt x="823283" y="3245942"/>
                  <a:pt x="816933" y="3239499"/>
                </a:cubicBezTo>
                <a:close/>
                <a:moveTo>
                  <a:pt x="1516822" y="3248558"/>
                </a:moveTo>
                <a:cubicBezTo>
                  <a:pt x="1579890" y="3254545"/>
                  <a:pt x="1643492" y="3259472"/>
                  <a:pt x="1707686" y="3262419"/>
                </a:cubicBezTo>
                <a:lnTo>
                  <a:pt x="1750621" y="3263672"/>
                </a:lnTo>
                <a:cubicBezTo>
                  <a:pt x="1772346" y="3327070"/>
                  <a:pt x="1794639" y="3379919"/>
                  <a:pt x="1817524" y="3419314"/>
                </a:cubicBezTo>
                <a:cubicBezTo>
                  <a:pt x="1816330" y="3419416"/>
                  <a:pt x="1815145" y="3419611"/>
                  <a:pt x="1813951" y="3419712"/>
                </a:cubicBezTo>
                <a:cubicBezTo>
                  <a:pt x="1710429" y="3381375"/>
                  <a:pt x="1610980" y="3323133"/>
                  <a:pt x="1516822" y="3248558"/>
                </a:cubicBezTo>
                <a:close/>
                <a:moveTo>
                  <a:pt x="2196738" y="3252952"/>
                </a:moveTo>
                <a:cubicBezTo>
                  <a:pt x="2178052" y="3265754"/>
                  <a:pt x="2159196" y="3277989"/>
                  <a:pt x="2140113" y="3289766"/>
                </a:cubicBezTo>
                <a:cubicBezTo>
                  <a:pt x="2142136" y="3278954"/>
                  <a:pt x="2144321" y="3268269"/>
                  <a:pt x="2146234" y="3256957"/>
                </a:cubicBezTo>
                <a:close/>
                <a:moveTo>
                  <a:pt x="2137403" y="3257584"/>
                </a:moveTo>
                <a:cubicBezTo>
                  <a:pt x="2135160" y="3270750"/>
                  <a:pt x="2132611" y="3283416"/>
                  <a:pt x="2130223" y="3295853"/>
                </a:cubicBezTo>
                <a:cubicBezTo>
                  <a:pt x="2048436" y="3345392"/>
                  <a:pt x="1963244" y="3385151"/>
                  <a:pt x="1875199" y="3413625"/>
                </a:cubicBezTo>
                <a:cubicBezTo>
                  <a:pt x="1862465" y="3415115"/>
                  <a:pt x="1849935" y="3416139"/>
                  <a:pt x="1837336" y="3417392"/>
                </a:cubicBezTo>
                <a:lnTo>
                  <a:pt x="1838157" y="3416571"/>
                </a:lnTo>
                <a:cubicBezTo>
                  <a:pt x="1838259" y="3416436"/>
                  <a:pt x="1838259" y="3416266"/>
                  <a:pt x="1838361" y="3416139"/>
                </a:cubicBezTo>
                <a:cubicBezTo>
                  <a:pt x="1877519" y="3377438"/>
                  <a:pt x="1915221" y="3326511"/>
                  <a:pt x="1951365" y="3265788"/>
                </a:cubicBezTo>
                <a:cubicBezTo>
                  <a:pt x="2013748" y="3264730"/>
                  <a:pt x="2075724" y="3261885"/>
                  <a:pt x="2137403" y="3257584"/>
                </a:cubicBezTo>
                <a:close/>
                <a:moveTo>
                  <a:pt x="1759443" y="3263900"/>
                </a:moveTo>
                <a:cubicBezTo>
                  <a:pt x="1820039" y="3265890"/>
                  <a:pt x="1880796" y="3266677"/>
                  <a:pt x="1941476" y="3265788"/>
                </a:cubicBezTo>
                <a:cubicBezTo>
                  <a:pt x="1906322" y="3324361"/>
                  <a:pt x="1869941" y="3373272"/>
                  <a:pt x="1832273" y="3410483"/>
                </a:cubicBezTo>
                <a:lnTo>
                  <a:pt x="1832045" y="3410678"/>
                </a:lnTo>
                <a:lnTo>
                  <a:pt x="1831841" y="3410678"/>
                </a:lnTo>
                <a:cubicBezTo>
                  <a:pt x="1829759" y="3413125"/>
                  <a:pt x="1827811" y="3414581"/>
                  <a:pt x="1825728" y="3416994"/>
                </a:cubicBezTo>
                <a:cubicBezTo>
                  <a:pt x="1803266" y="3378768"/>
                  <a:pt x="1781041" y="3326638"/>
                  <a:pt x="1759443" y="3263900"/>
                </a:cubicBezTo>
                <a:close/>
                <a:moveTo>
                  <a:pt x="2128344" y="3306995"/>
                </a:moveTo>
                <a:cubicBezTo>
                  <a:pt x="2122358" y="3337221"/>
                  <a:pt x="2115906" y="3365432"/>
                  <a:pt x="2108998" y="3391137"/>
                </a:cubicBezTo>
                <a:cubicBezTo>
                  <a:pt x="2056775" y="3403507"/>
                  <a:pt x="2003791" y="3412702"/>
                  <a:pt x="1950307" y="3418654"/>
                </a:cubicBezTo>
                <a:cubicBezTo>
                  <a:pt x="1934043" y="3417096"/>
                  <a:pt x="1917770" y="3415606"/>
                  <a:pt x="1901293" y="3413625"/>
                </a:cubicBezTo>
                <a:cubicBezTo>
                  <a:pt x="1979416" y="3386404"/>
                  <a:pt x="2055251" y="3350717"/>
                  <a:pt x="2128344" y="3306995"/>
                </a:cubicBezTo>
                <a:close/>
                <a:moveTo>
                  <a:pt x="992422" y="3321321"/>
                </a:moveTo>
                <a:cubicBezTo>
                  <a:pt x="1116942" y="3369971"/>
                  <a:pt x="1252146" y="3404498"/>
                  <a:pt x="1397103" y="3422455"/>
                </a:cubicBezTo>
                <a:cubicBezTo>
                  <a:pt x="1411649" y="3449278"/>
                  <a:pt x="1427067" y="3473120"/>
                  <a:pt x="1443602" y="3493330"/>
                </a:cubicBezTo>
                <a:cubicBezTo>
                  <a:pt x="1352586" y="3494092"/>
                  <a:pt x="1267419" y="3482882"/>
                  <a:pt x="1188341" y="3460716"/>
                </a:cubicBezTo>
                <a:cubicBezTo>
                  <a:pt x="1101295" y="3411644"/>
                  <a:pt x="1035187" y="3364772"/>
                  <a:pt x="992456" y="3321321"/>
                </a:cubicBezTo>
                <a:close/>
                <a:moveTo>
                  <a:pt x="1361941" y="3323200"/>
                </a:moveTo>
                <a:cubicBezTo>
                  <a:pt x="1481999" y="3372874"/>
                  <a:pt x="1607018" y="3407740"/>
                  <a:pt x="1735669" y="3425198"/>
                </a:cubicBezTo>
                <a:cubicBezTo>
                  <a:pt x="1619480" y="3431252"/>
                  <a:pt x="1508127" y="3427519"/>
                  <a:pt x="1402124" y="3414683"/>
                </a:cubicBezTo>
                <a:cubicBezTo>
                  <a:pt x="1401599" y="3413658"/>
                  <a:pt x="1401006" y="3412964"/>
                  <a:pt x="1400439" y="3411940"/>
                </a:cubicBezTo>
                <a:cubicBezTo>
                  <a:pt x="1386647" y="3385549"/>
                  <a:pt x="1374015" y="3355417"/>
                  <a:pt x="1361941" y="3323200"/>
                </a:cubicBezTo>
                <a:close/>
                <a:moveTo>
                  <a:pt x="2673546" y="3338745"/>
                </a:moveTo>
                <a:cubicBezTo>
                  <a:pt x="2660390" y="3349921"/>
                  <a:pt x="2646927" y="3360572"/>
                  <a:pt x="2633135" y="3370732"/>
                </a:cubicBezTo>
                <a:cubicBezTo>
                  <a:pt x="2640577" y="3362325"/>
                  <a:pt x="2648113" y="3353892"/>
                  <a:pt x="2654598" y="3345688"/>
                </a:cubicBezTo>
                <a:close/>
                <a:moveTo>
                  <a:pt x="2638198" y="3351809"/>
                </a:moveTo>
                <a:cubicBezTo>
                  <a:pt x="2626819" y="3365407"/>
                  <a:pt x="2614085" y="3379394"/>
                  <a:pt x="2600098" y="3393652"/>
                </a:cubicBezTo>
                <a:cubicBezTo>
                  <a:pt x="2456952" y="3487310"/>
                  <a:pt x="2282658" y="3527493"/>
                  <a:pt x="2080355" y="3496276"/>
                </a:cubicBezTo>
                <a:cubicBezTo>
                  <a:pt x="2084487" y="3487446"/>
                  <a:pt x="2088855" y="3479766"/>
                  <a:pt x="2092758" y="3469750"/>
                </a:cubicBezTo>
                <a:cubicBezTo>
                  <a:pt x="2096789" y="3459429"/>
                  <a:pt x="2100328" y="3446865"/>
                  <a:pt x="2104129" y="3435282"/>
                </a:cubicBezTo>
                <a:cubicBezTo>
                  <a:pt x="2298600" y="3437500"/>
                  <a:pt x="2477424" y="3407901"/>
                  <a:pt x="2638198" y="3351775"/>
                </a:cubicBezTo>
                <a:close/>
                <a:moveTo>
                  <a:pt x="2106847" y="3400366"/>
                </a:moveTo>
                <a:cubicBezTo>
                  <a:pt x="2104129" y="3410086"/>
                  <a:pt x="2100895" y="3417892"/>
                  <a:pt x="2098017" y="3426849"/>
                </a:cubicBezTo>
                <a:cubicBezTo>
                  <a:pt x="2062854" y="3426325"/>
                  <a:pt x="2027303" y="3424936"/>
                  <a:pt x="1991125" y="3422252"/>
                </a:cubicBezTo>
                <a:cubicBezTo>
                  <a:pt x="2030080" y="3416698"/>
                  <a:pt x="2068578" y="3409323"/>
                  <a:pt x="2106847" y="3400366"/>
                </a:cubicBezTo>
                <a:close/>
                <a:moveTo>
                  <a:pt x="1888000" y="3420771"/>
                </a:moveTo>
                <a:lnTo>
                  <a:pt x="1889059" y="3420771"/>
                </a:lnTo>
                <a:lnTo>
                  <a:pt x="1910522" y="3423082"/>
                </a:lnTo>
                <a:cubicBezTo>
                  <a:pt x="1895976" y="3424242"/>
                  <a:pt x="1881388" y="3424504"/>
                  <a:pt x="1866766" y="3425198"/>
                </a:cubicBezTo>
                <a:cubicBezTo>
                  <a:pt x="1870009" y="3424174"/>
                  <a:pt x="1873184" y="3422887"/>
                  <a:pt x="1876427" y="3421829"/>
                </a:cubicBezTo>
                <a:cubicBezTo>
                  <a:pt x="1880330" y="3421363"/>
                  <a:pt x="1884097" y="3421262"/>
                  <a:pt x="1888000" y="3420771"/>
                </a:cubicBezTo>
                <a:close/>
                <a:moveTo>
                  <a:pt x="1407814" y="3423912"/>
                </a:moveTo>
                <a:cubicBezTo>
                  <a:pt x="1527177" y="3437967"/>
                  <a:pt x="1653085" y="3440811"/>
                  <a:pt x="1785114" y="3430854"/>
                </a:cubicBezTo>
                <a:cubicBezTo>
                  <a:pt x="1792750" y="3431617"/>
                  <a:pt x="1800388" y="3432345"/>
                  <a:pt x="1808067" y="3432971"/>
                </a:cubicBezTo>
                <a:cubicBezTo>
                  <a:pt x="1801285" y="3434690"/>
                  <a:pt x="1794639" y="3436840"/>
                  <a:pt x="1787857" y="3438432"/>
                </a:cubicBezTo>
                <a:lnTo>
                  <a:pt x="1787662" y="3438432"/>
                </a:lnTo>
                <a:cubicBezTo>
                  <a:pt x="1669027" y="3473882"/>
                  <a:pt x="1557902" y="3491179"/>
                  <a:pt x="1454118" y="3493101"/>
                </a:cubicBezTo>
                <a:cubicBezTo>
                  <a:pt x="1437710" y="3473848"/>
                  <a:pt x="1422436" y="3450200"/>
                  <a:pt x="1407814" y="3423912"/>
                </a:cubicBezTo>
                <a:close/>
                <a:moveTo>
                  <a:pt x="1833297" y="3426223"/>
                </a:moveTo>
                <a:cubicBezTo>
                  <a:pt x="1832866" y="3426358"/>
                  <a:pt x="1832476" y="3426553"/>
                  <a:pt x="1832045" y="3426655"/>
                </a:cubicBezTo>
                <a:lnTo>
                  <a:pt x="1831410" y="3426460"/>
                </a:lnTo>
                <a:close/>
                <a:moveTo>
                  <a:pt x="1950705" y="3427087"/>
                </a:moveTo>
                <a:cubicBezTo>
                  <a:pt x="1999820" y="3431752"/>
                  <a:pt x="2048012" y="3434495"/>
                  <a:pt x="2095298" y="3435282"/>
                </a:cubicBezTo>
                <a:cubicBezTo>
                  <a:pt x="2091827" y="3445705"/>
                  <a:pt x="2088618" y="3457245"/>
                  <a:pt x="2084986" y="3466609"/>
                </a:cubicBezTo>
                <a:cubicBezTo>
                  <a:pt x="2080821" y="3477286"/>
                  <a:pt x="2076155" y="3485523"/>
                  <a:pt x="2071719" y="3494786"/>
                </a:cubicBezTo>
                <a:cubicBezTo>
                  <a:pt x="2001835" y="3483339"/>
                  <a:pt x="1928616" y="3463434"/>
                  <a:pt x="1852246" y="3434232"/>
                </a:cubicBezTo>
                <a:cubicBezTo>
                  <a:pt x="1885257" y="3433106"/>
                  <a:pt x="1918100" y="3430694"/>
                  <a:pt x="1950739" y="3427087"/>
                </a:cubicBezTo>
                <a:close/>
                <a:moveTo>
                  <a:pt x="1827210" y="3436349"/>
                </a:moveTo>
                <a:cubicBezTo>
                  <a:pt x="1853575" y="3483373"/>
                  <a:pt x="1878679" y="3519983"/>
                  <a:pt x="1902521" y="3544629"/>
                </a:cubicBezTo>
                <a:cubicBezTo>
                  <a:pt x="1915814" y="3558354"/>
                  <a:pt x="1928810" y="3568734"/>
                  <a:pt x="1941476" y="3575981"/>
                </a:cubicBezTo>
                <a:cubicBezTo>
                  <a:pt x="1927786" y="3576574"/>
                  <a:pt x="1914129" y="3577700"/>
                  <a:pt x="1900438" y="3578064"/>
                </a:cubicBezTo>
                <a:cubicBezTo>
                  <a:pt x="1807966" y="3580613"/>
                  <a:pt x="1715789" y="3577565"/>
                  <a:pt x="1628117" y="3569860"/>
                </a:cubicBezTo>
                <a:cubicBezTo>
                  <a:pt x="1685893" y="3557126"/>
                  <a:pt x="1749130" y="3514632"/>
                  <a:pt x="1817922" y="3438855"/>
                </a:cubicBezTo>
                <a:lnTo>
                  <a:pt x="1827176" y="3436349"/>
                </a:lnTo>
                <a:close/>
                <a:moveTo>
                  <a:pt x="1837929" y="3437797"/>
                </a:moveTo>
                <a:cubicBezTo>
                  <a:pt x="1918100" y="3469284"/>
                  <a:pt x="1994791" y="3490417"/>
                  <a:pt x="2068146" y="3502558"/>
                </a:cubicBezTo>
                <a:cubicBezTo>
                  <a:pt x="2057596" y="3523361"/>
                  <a:pt x="2046615" y="3541547"/>
                  <a:pt x="2034914" y="3553883"/>
                </a:cubicBezTo>
                <a:cubicBezTo>
                  <a:pt x="2027176" y="3561986"/>
                  <a:pt x="2019403" y="3567879"/>
                  <a:pt x="2011326" y="3572171"/>
                </a:cubicBezTo>
                <a:cubicBezTo>
                  <a:pt x="1994130" y="3573467"/>
                  <a:pt x="1976867" y="3574195"/>
                  <a:pt x="1959569" y="3575118"/>
                </a:cubicBezTo>
                <a:cubicBezTo>
                  <a:pt x="1943694" y="3569268"/>
                  <a:pt x="1926727" y="3557659"/>
                  <a:pt x="1908643" y="3538940"/>
                </a:cubicBezTo>
                <a:cubicBezTo>
                  <a:pt x="1886544" y="3516114"/>
                  <a:pt x="1862804" y="3481392"/>
                  <a:pt x="1837929" y="3437797"/>
                </a:cubicBezTo>
                <a:close/>
                <a:moveTo>
                  <a:pt x="2538647" y="3439058"/>
                </a:moveTo>
                <a:cubicBezTo>
                  <a:pt x="2532492" y="3442564"/>
                  <a:pt x="2527005" y="3446433"/>
                  <a:pt x="2520554" y="3449802"/>
                </a:cubicBezTo>
                <a:lnTo>
                  <a:pt x="2488144" y="3462409"/>
                </a:lnTo>
                <a:cubicBezTo>
                  <a:pt x="2505339" y="3455365"/>
                  <a:pt x="2522171" y="3447423"/>
                  <a:pt x="2538647" y="3439058"/>
                </a:cubicBezTo>
                <a:close/>
                <a:moveTo>
                  <a:pt x="1800057" y="3443690"/>
                </a:moveTo>
                <a:cubicBezTo>
                  <a:pt x="1720386" y="3527696"/>
                  <a:pt x="1649114" y="3567015"/>
                  <a:pt x="1587298" y="3565661"/>
                </a:cubicBezTo>
                <a:cubicBezTo>
                  <a:pt x="1576715" y="3564534"/>
                  <a:pt x="1566369" y="3563374"/>
                  <a:pt x="1555946" y="3562088"/>
                </a:cubicBezTo>
                <a:cubicBezTo>
                  <a:pt x="1521623" y="3553790"/>
                  <a:pt x="1489839" y="3532920"/>
                  <a:pt x="1460832" y="3501102"/>
                </a:cubicBezTo>
                <a:cubicBezTo>
                  <a:pt x="1563491" y="3498588"/>
                  <a:pt x="1673091" y="3481459"/>
                  <a:pt x="1789745" y="3446627"/>
                </a:cubicBezTo>
                <a:lnTo>
                  <a:pt x="1790168" y="3446433"/>
                </a:lnTo>
                <a:close/>
                <a:moveTo>
                  <a:pt x="1137609" y="3453375"/>
                </a:moveTo>
                <a:cubicBezTo>
                  <a:pt x="1153153" y="3458735"/>
                  <a:pt x="1168698" y="3463993"/>
                  <a:pt x="1184743" y="3468489"/>
                </a:cubicBezTo>
                <a:cubicBezTo>
                  <a:pt x="1190263" y="3471630"/>
                  <a:pt x="1194792" y="3474610"/>
                  <a:pt x="1200516" y="3477751"/>
                </a:cubicBezTo>
                <a:cubicBezTo>
                  <a:pt x="1179247" y="3470080"/>
                  <a:pt x="1158479" y="3461774"/>
                  <a:pt x="1137609" y="3453375"/>
                </a:cubicBezTo>
                <a:close/>
                <a:moveTo>
                  <a:pt x="2469618" y="3469547"/>
                </a:moveTo>
                <a:cubicBezTo>
                  <a:pt x="2369805" y="3506952"/>
                  <a:pt x="2265758" y="3535663"/>
                  <a:pt x="2158409" y="3555340"/>
                </a:cubicBezTo>
                <a:cubicBezTo>
                  <a:pt x="2116076" y="3561656"/>
                  <a:pt x="2072879" y="3566821"/>
                  <a:pt x="2028988" y="3570487"/>
                </a:cubicBezTo>
                <a:cubicBezTo>
                  <a:pt x="2033060" y="3567244"/>
                  <a:pt x="2037090" y="3563840"/>
                  <a:pt x="2040960" y="3559776"/>
                </a:cubicBezTo>
                <a:cubicBezTo>
                  <a:pt x="2053930" y="3546145"/>
                  <a:pt x="2065640" y="3526434"/>
                  <a:pt x="2076748" y="3504049"/>
                </a:cubicBezTo>
                <a:cubicBezTo>
                  <a:pt x="2222104" y="3526798"/>
                  <a:pt x="2353599" y="3513269"/>
                  <a:pt x="2469618" y="3469547"/>
                </a:cubicBezTo>
                <a:close/>
                <a:moveTo>
                  <a:pt x="1213546" y="3475668"/>
                </a:moveTo>
                <a:cubicBezTo>
                  <a:pt x="1287426" y="3493728"/>
                  <a:pt x="1366344" y="3502719"/>
                  <a:pt x="1450079" y="3501534"/>
                </a:cubicBezTo>
                <a:cubicBezTo>
                  <a:pt x="1472042" y="3526663"/>
                  <a:pt x="1495858" y="3545552"/>
                  <a:pt x="1521225" y="3557888"/>
                </a:cubicBezTo>
                <a:cubicBezTo>
                  <a:pt x="1463110" y="3549684"/>
                  <a:pt x="1408440" y="3539168"/>
                  <a:pt x="1358766" y="3526536"/>
                </a:cubicBezTo>
                <a:cubicBezTo>
                  <a:pt x="1352188" y="3524818"/>
                  <a:pt x="1345736" y="3522862"/>
                  <a:pt x="1339192" y="3521075"/>
                </a:cubicBezTo>
                <a:cubicBezTo>
                  <a:pt x="1295563" y="3509137"/>
                  <a:pt x="1255549" y="3495743"/>
                  <a:pt x="1221750" y="3480494"/>
                </a:cubicBezTo>
                <a:cubicBezTo>
                  <a:pt x="1221682" y="3480435"/>
                  <a:pt x="1221649" y="3480333"/>
                  <a:pt x="1221547" y="3480266"/>
                </a:cubicBezTo>
                <a:cubicBezTo>
                  <a:pt x="1218542" y="3478682"/>
                  <a:pt x="1216493" y="3477260"/>
                  <a:pt x="1213546" y="3475668"/>
                </a:cubicBezTo>
                <a:close/>
              </a:path>
            </a:pathLst>
          </a:custGeom>
          <a:gradFill>
            <a:gsLst>
              <a:gs pos="78000">
                <a:srgbClr val="9A0D3B">
                  <a:alpha val="0"/>
                </a:srgbClr>
              </a:gs>
              <a:gs pos="18000">
                <a:srgbClr val="9A0D3B">
                  <a:alpha val="52000"/>
                </a:srgbClr>
              </a:gs>
            </a:gsLst>
            <a:lin ang="8100000" scaled="1"/>
          </a:gradFill>
          <a:ln w="8467" cap="flat">
            <a:noFill/>
            <a:prstDash val="solid"/>
            <a:miter/>
          </a:ln>
        </p:spPr>
        <p:txBody>
          <a:bodyPr rtlCol="0" anchor="ctr"/>
          <a:lstStyle/>
          <a:p>
            <a:endParaRPr lang="en-ID" sz="4050"/>
          </a:p>
        </p:txBody>
      </p:sp>
      <p:sp>
        <p:nvSpPr>
          <p:cNvPr id="13" name="Rectangle 38">
            <a:extLst>
              <a:ext uri="{FF2B5EF4-FFF2-40B4-BE49-F238E27FC236}">
                <a16:creationId xmlns:a16="http://schemas.microsoft.com/office/drawing/2014/main" id="{DE27E93C-0441-0A0A-793F-6CD4230DC68D}"/>
              </a:ext>
            </a:extLst>
          </p:cNvPr>
          <p:cNvSpPr/>
          <p:nvPr/>
        </p:nvSpPr>
        <p:spPr>
          <a:xfrm>
            <a:off x="446485" y="1096375"/>
            <a:ext cx="121445" cy="121445"/>
          </a:xfrm>
          <a:prstGeom prst="rect">
            <a:avLst/>
          </a:prstGeom>
          <a:noFill/>
          <a:ln>
            <a:solidFill>
              <a:srgbClr val="F57E20">
                <a:alpha val="4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sz="405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78193CC-8976-7E39-D417-0339570F4F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10224" y="4424744"/>
            <a:ext cx="8867553" cy="14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940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404040"/>
      </a:dk2>
      <a:lt2>
        <a:srgbClr val="F8F8F8"/>
      </a:lt2>
      <a:accent1>
        <a:srgbClr val="2770FF"/>
      </a:accent1>
      <a:accent2>
        <a:srgbClr val="202020"/>
      </a:accent2>
      <a:accent3>
        <a:srgbClr val="3E3E3E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3">
      <a:majorFont>
        <a:latin typeface="Inter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95000"/>
            <a:lumOff val="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11172</TotalTime>
  <Words>626</Words>
  <Application>Microsoft Macintosh PowerPoint</Application>
  <PresentationFormat>Custom</PresentationFormat>
  <Paragraphs>106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Gotham HTF Book</vt:lpstr>
      <vt:lpstr>GothamHTF-Book</vt:lpstr>
      <vt:lpstr>Inter</vt:lpstr>
      <vt:lpstr>Open Sans</vt:lpstr>
      <vt:lpstr>Roboto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design studio moara</dc:creator>
  <cp:lastModifiedBy>Rafael Nogueira Tavares</cp:lastModifiedBy>
  <cp:revision>189</cp:revision>
  <dcterms:created xsi:type="dcterms:W3CDTF">2025-02-03T02:49:08Z</dcterms:created>
  <dcterms:modified xsi:type="dcterms:W3CDTF">2026-04-01T20:43:43Z</dcterms:modified>
</cp:coreProperties>
</file>